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71" r:id="rId5"/>
    <p:sldId id="272" r:id="rId6"/>
    <p:sldId id="275" r:id="rId7"/>
    <p:sldId id="260" r:id="rId8"/>
    <p:sldId id="276" r:id="rId9"/>
    <p:sldId id="261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622" autoAdjust="0"/>
  </p:normalViewPr>
  <p:slideViewPr>
    <p:cSldViewPr snapToGrid="0" snapToObjects="1">
      <p:cViewPr varScale="1">
        <p:scale>
          <a:sx n="98" d="100"/>
          <a:sy n="98" d="100"/>
        </p:scale>
        <p:origin x="231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U Jiayan" userId="0dade1b4-ff38-45c9-a229-da6c30e6f4a2" providerId="ADAL" clId="{84E72977-DE30-4221-826D-58AFA8691057}"/>
    <pc:docChg chg="custSel modSld">
      <pc:chgData name="WU Jiayan" userId="0dade1b4-ff38-45c9-a229-da6c30e6f4a2" providerId="ADAL" clId="{84E72977-DE30-4221-826D-58AFA8691057}" dt="2026-04-02T13:57:14.593" v="19" actId="368"/>
      <pc:docMkLst>
        <pc:docMk/>
      </pc:docMkLst>
      <pc:sldChg chg="modNotes">
        <pc:chgData name="WU Jiayan" userId="0dade1b4-ff38-45c9-a229-da6c30e6f4a2" providerId="ADAL" clId="{84E72977-DE30-4221-826D-58AFA8691057}" dt="2026-04-02T13:57:14.560" v="1" actId="368"/>
        <pc:sldMkLst>
          <pc:docMk/>
          <pc:sldMk cId="0" sldId="257"/>
        </pc:sldMkLst>
      </pc:sldChg>
      <pc:sldChg chg="modNotes">
        <pc:chgData name="WU Jiayan" userId="0dade1b4-ff38-45c9-a229-da6c30e6f4a2" providerId="ADAL" clId="{84E72977-DE30-4221-826D-58AFA8691057}" dt="2026-04-02T13:57:14.564" v="3" actId="368"/>
        <pc:sldMkLst>
          <pc:docMk/>
          <pc:sldMk cId="0" sldId="258"/>
        </pc:sldMkLst>
      </pc:sldChg>
      <pc:sldChg chg="modNotes">
        <pc:chgData name="WU Jiayan" userId="0dade1b4-ff38-45c9-a229-da6c30e6f4a2" providerId="ADAL" clId="{84E72977-DE30-4221-826D-58AFA8691057}" dt="2026-04-02T13:57:14.567" v="5" actId="368"/>
        <pc:sldMkLst>
          <pc:docMk/>
          <pc:sldMk cId="0" sldId="259"/>
        </pc:sldMkLst>
      </pc:sldChg>
      <pc:sldChg chg="modNotes">
        <pc:chgData name="WU Jiayan" userId="0dade1b4-ff38-45c9-a229-da6c30e6f4a2" providerId="ADAL" clId="{84E72977-DE30-4221-826D-58AFA8691057}" dt="2026-04-02T13:57:14.582" v="13" actId="368"/>
        <pc:sldMkLst>
          <pc:docMk/>
          <pc:sldMk cId="0" sldId="260"/>
        </pc:sldMkLst>
      </pc:sldChg>
      <pc:sldChg chg="modNotes">
        <pc:chgData name="WU Jiayan" userId="0dade1b4-ff38-45c9-a229-da6c30e6f4a2" providerId="ADAL" clId="{84E72977-DE30-4221-826D-58AFA8691057}" dt="2026-04-02T13:57:14.589" v="17" actId="368"/>
        <pc:sldMkLst>
          <pc:docMk/>
          <pc:sldMk cId="0" sldId="261"/>
        </pc:sldMkLst>
      </pc:sldChg>
      <pc:sldChg chg="modNotes">
        <pc:chgData name="WU Jiayan" userId="0dade1b4-ff38-45c9-a229-da6c30e6f4a2" providerId="ADAL" clId="{84E72977-DE30-4221-826D-58AFA8691057}" dt="2026-04-02T13:57:14.593" v="19" actId="368"/>
        <pc:sldMkLst>
          <pc:docMk/>
          <pc:sldMk cId="0" sldId="262"/>
        </pc:sldMkLst>
      </pc:sldChg>
      <pc:sldChg chg="modNotes">
        <pc:chgData name="WU Jiayan" userId="0dade1b4-ff38-45c9-a229-da6c30e6f4a2" providerId="ADAL" clId="{84E72977-DE30-4221-826D-58AFA8691057}" dt="2026-04-02T13:57:14.572" v="7" actId="368"/>
        <pc:sldMkLst>
          <pc:docMk/>
          <pc:sldMk cId="0" sldId="271"/>
        </pc:sldMkLst>
      </pc:sldChg>
      <pc:sldChg chg="modNotes">
        <pc:chgData name="WU Jiayan" userId="0dade1b4-ff38-45c9-a229-da6c30e6f4a2" providerId="ADAL" clId="{84E72977-DE30-4221-826D-58AFA8691057}" dt="2026-04-02T13:57:14.575" v="9" actId="368"/>
        <pc:sldMkLst>
          <pc:docMk/>
          <pc:sldMk cId="3783083514" sldId="272"/>
        </pc:sldMkLst>
      </pc:sldChg>
      <pc:sldChg chg="modNotes">
        <pc:chgData name="WU Jiayan" userId="0dade1b4-ff38-45c9-a229-da6c30e6f4a2" providerId="ADAL" clId="{84E72977-DE30-4221-826D-58AFA8691057}" dt="2026-04-02T13:57:14.579" v="11" actId="368"/>
        <pc:sldMkLst>
          <pc:docMk/>
          <pc:sldMk cId="0" sldId="275"/>
        </pc:sldMkLst>
      </pc:sldChg>
      <pc:sldChg chg="modNotes">
        <pc:chgData name="WU Jiayan" userId="0dade1b4-ff38-45c9-a229-da6c30e6f4a2" providerId="ADAL" clId="{84E72977-DE30-4221-826D-58AFA8691057}" dt="2026-04-02T13:57:14.586" v="15" actId="368"/>
        <pc:sldMkLst>
          <pc:docMk/>
          <pc:sldMk cId="621053229" sldId="27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Relationship Id="rId4" Type="http://schemas.openxmlformats.org/officeDocument/2006/relationships/image" Target="../media/image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629E64-CF7C-40F4-888B-1686555E4E7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6A355A3-0127-451A-BD50-63489A6E5D62}">
      <dgm:prSet/>
      <dgm:spPr/>
      <dgm:t>
        <a:bodyPr/>
        <a:lstStyle/>
        <a:p>
          <a:r>
            <a:rPr lang="en-US"/>
            <a:t>Random Forest model</a:t>
          </a:r>
        </a:p>
      </dgm:t>
    </dgm:pt>
    <dgm:pt modelId="{B41676D3-BFD9-42C1-856D-B8E027A8CEEE}" type="parTrans" cxnId="{A71FF33B-2E5C-42B1-84A0-760A72CC6001}">
      <dgm:prSet/>
      <dgm:spPr/>
      <dgm:t>
        <a:bodyPr/>
        <a:lstStyle/>
        <a:p>
          <a:endParaRPr lang="en-US"/>
        </a:p>
      </dgm:t>
    </dgm:pt>
    <dgm:pt modelId="{ECB89C55-3415-4380-B661-F9150B8EB374}" type="sibTrans" cxnId="{A71FF33B-2E5C-42B1-84A0-760A72CC6001}">
      <dgm:prSet/>
      <dgm:spPr/>
      <dgm:t>
        <a:bodyPr/>
        <a:lstStyle/>
        <a:p>
          <a:endParaRPr lang="en-US"/>
        </a:p>
      </dgm:t>
    </dgm:pt>
    <dgm:pt modelId="{DAF835AE-08D7-4D5C-BF74-1777EAE08519}">
      <dgm:prSet/>
      <dgm:spPr/>
      <dgm:t>
        <a:bodyPr/>
        <a:lstStyle/>
        <a:p>
          <a:r>
            <a:rPr lang="en-US"/>
            <a:t>Inputs: price, location, seasonality</a:t>
          </a:r>
        </a:p>
      </dgm:t>
    </dgm:pt>
    <dgm:pt modelId="{580C5735-2EDE-4650-862E-642E99CCFC4B}" type="parTrans" cxnId="{4EC6C231-97BA-4D93-AE05-44D842D12AAE}">
      <dgm:prSet/>
      <dgm:spPr/>
      <dgm:t>
        <a:bodyPr/>
        <a:lstStyle/>
        <a:p>
          <a:endParaRPr lang="en-US"/>
        </a:p>
      </dgm:t>
    </dgm:pt>
    <dgm:pt modelId="{69B8FD34-C09A-4AB7-836E-F1CFB70AF4E7}" type="sibTrans" cxnId="{4EC6C231-97BA-4D93-AE05-44D842D12AAE}">
      <dgm:prSet/>
      <dgm:spPr/>
      <dgm:t>
        <a:bodyPr/>
        <a:lstStyle/>
        <a:p>
          <a:endParaRPr lang="en-US"/>
        </a:p>
      </dgm:t>
    </dgm:pt>
    <dgm:pt modelId="{031D475D-D90E-481E-BD52-4B8E00F14C3B}">
      <dgm:prSet/>
      <dgm:spPr/>
      <dgm:t>
        <a:bodyPr/>
        <a:lstStyle/>
        <a:p>
          <a:r>
            <a:rPr lang="en-US"/>
            <a:t>Output: probability of booking</a:t>
          </a:r>
        </a:p>
      </dgm:t>
    </dgm:pt>
    <dgm:pt modelId="{34334D46-C378-4023-8973-6A6AAF80FBBB}" type="parTrans" cxnId="{1037082D-AFA8-4309-AEAE-22C6B10572F1}">
      <dgm:prSet/>
      <dgm:spPr/>
      <dgm:t>
        <a:bodyPr/>
        <a:lstStyle/>
        <a:p>
          <a:endParaRPr lang="en-US"/>
        </a:p>
      </dgm:t>
    </dgm:pt>
    <dgm:pt modelId="{B99DE1D0-3714-4073-9D22-50AFE8CC8F31}" type="sibTrans" cxnId="{1037082D-AFA8-4309-AEAE-22C6B10572F1}">
      <dgm:prSet/>
      <dgm:spPr/>
      <dgm:t>
        <a:bodyPr/>
        <a:lstStyle/>
        <a:p>
          <a:endParaRPr lang="en-US"/>
        </a:p>
      </dgm:t>
    </dgm:pt>
    <dgm:pt modelId="{F65A50CC-84C4-4DE5-8666-B020543B65C2}">
      <dgm:prSet/>
      <dgm:spPr/>
      <dgm:t>
        <a:bodyPr/>
        <a:lstStyle/>
        <a:p>
          <a:r>
            <a:rPr lang="en-US"/>
            <a:t>Captures non-linear demand patterns</a:t>
          </a:r>
        </a:p>
      </dgm:t>
    </dgm:pt>
    <dgm:pt modelId="{2DC68DBB-FC26-48DE-ADEA-C8381808D636}" type="parTrans" cxnId="{2683D4F9-63A2-4567-98FA-D78A9D6169FD}">
      <dgm:prSet/>
      <dgm:spPr/>
      <dgm:t>
        <a:bodyPr/>
        <a:lstStyle/>
        <a:p>
          <a:endParaRPr lang="en-US"/>
        </a:p>
      </dgm:t>
    </dgm:pt>
    <dgm:pt modelId="{3C2DD0B2-FC0E-4D5C-BE09-D944964B1E4E}" type="sibTrans" cxnId="{2683D4F9-63A2-4567-98FA-D78A9D6169FD}">
      <dgm:prSet/>
      <dgm:spPr/>
      <dgm:t>
        <a:bodyPr/>
        <a:lstStyle/>
        <a:p>
          <a:endParaRPr lang="en-US"/>
        </a:p>
      </dgm:t>
    </dgm:pt>
    <dgm:pt modelId="{29C95FF9-EADD-4E7B-98FD-0E39575FC758}" type="pres">
      <dgm:prSet presAssocID="{5C629E64-CF7C-40F4-888B-1686555E4E77}" presName="root" presStyleCnt="0">
        <dgm:presLayoutVars>
          <dgm:dir/>
          <dgm:resizeHandles val="exact"/>
        </dgm:presLayoutVars>
      </dgm:prSet>
      <dgm:spPr/>
    </dgm:pt>
    <dgm:pt modelId="{EB79D36B-A483-4F64-A2CB-FACDE458A240}" type="pres">
      <dgm:prSet presAssocID="{26A355A3-0127-451A-BD50-63489A6E5D62}" presName="compNode" presStyleCnt="0"/>
      <dgm:spPr/>
    </dgm:pt>
    <dgm:pt modelId="{0344C81E-A205-4801-9607-E344689F8D9F}" type="pres">
      <dgm:prSet presAssocID="{26A355A3-0127-451A-BD50-63489A6E5D62}" presName="bgRect" presStyleLbl="bgShp" presStyleIdx="0" presStyleCnt="4"/>
      <dgm:spPr/>
    </dgm:pt>
    <dgm:pt modelId="{33966EDB-C12B-45E4-A60D-4DBB22F5FE80}" type="pres">
      <dgm:prSet presAssocID="{26A355A3-0127-451A-BD50-63489A6E5D6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CC199BB1-4473-48DA-B56C-40E5D8085C2E}" type="pres">
      <dgm:prSet presAssocID="{26A355A3-0127-451A-BD50-63489A6E5D62}" presName="spaceRect" presStyleCnt="0"/>
      <dgm:spPr/>
    </dgm:pt>
    <dgm:pt modelId="{04C4F5A6-A5C3-4634-A677-B0473F8315E6}" type="pres">
      <dgm:prSet presAssocID="{26A355A3-0127-451A-BD50-63489A6E5D62}" presName="parTx" presStyleLbl="revTx" presStyleIdx="0" presStyleCnt="4">
        <dgm:presLayoutVars>
          <dgm:chMax val="0"/>
          <dgm:chPref val="0"/>
        </dgm:presLayoutVars>
      </dgm:prSet>
      <dgm:spPr/>
    </dgm:pt>
    <dgm:pt modelId="{61474D80-CBE0-41A2-B3E6-D2458DCCB126}" type="pres">
      <dgm:prSet presAssocID="{ECB89C55-3415-4380-B661-F9150B8EB374}" presName="sibTrans" presStyleCnt="0"/>
      <dgm:spPr/>
    </dgm:pt>
    <dgm:pt modelId="{A81D1B23-2EC9-4AC4-A397-E935D0C58DAC}" type="pres">
      <dgm:prSet presAssocID="{DAF835AE-08D7-4D5C-BF74-1777EAE08519}" presName="compNode" presStyleCnt="0"/>
      <dgm:spPr/>
    </dgm:pt>
    <dgm:pt modelId="{10B9C53C-E93E-419D-9FB0-29605F50492A}" type="pres">
      <dgm:prSet presAssocID="{DAF835AE-08D7-4D5C-BF74-1777EAE08519}" presName="bgRect" presStyleLbl="bgShp" presStyleIdx="1" presStyleCnt="4"/>
      <dgm:spPr/>
    </dgm:pt>
    <dgm:pt modelId="{67D0EDF5-3781-4CAE-A4CD-6A5BC0774C92}" type="pres">
      <dgm:prSet presAssocID="{DAF835AE-08D7-4D5C-BF74-1777EAE0851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nabata Tree"/>
        </a:ext>
      </dgm:extLst>
    </dgm:pt>
    <dgm:pt modelId="{59F30122-67E0-45B9-AACE-F9A976EB8074}" type="pres">
      <dgm:prSet presAssocID="{DAF835AE-08D7-4D5C-BF74-1777EAE08519}" presName="spaceRect" presStyleCnt="0"/>
      <dgm:spPr/>
    </dgm:pt>
    <dgm:pt modelId="{39570F52-F7FF-4AD5-853E-4209677F3FB6}" type="pres">
      <dgm:prSet presAssocID="{DAF835AE-08D7-4D5C-BF74-1777EAE08519}" presName="parTx" presStyleLbl="revTx" presStyleIdx="1" presStyleCnt="4">
        <dgm:presLayoutVars>
          <dgm:chMax val="0"/>
          <dgm:chPref val="0"/>
        </dgm:presLayoutVars>
      </dgm:prSet>
      <dgm:spPr/>
    </dgm:pt>
    <dgm:pt modelId="{3EB61BB1-334E-4823-BD7A-D148324A78CE}" type="pres">
      <dgm:prSet presAssocID="{69B8FD34-C09A-4AB7-836E-F1CFB70AF4E7}" presName="sibTrans" presStyleCnt="0"/>
      <dgm:spPr/>
    </dgm:pt>
    <dgm:pt modelId="{49339EAD-3049-45A7-B449-ECF85564AFD3}" type="pres">
      <dgm:prSet presAssocID="{031D475D-D90E-481E-BD52-4B8E00F14C3B}" presName="compNode" presStyleCnt="0"/>
      <dgm:spPr/>
    </dgm:pt>
    <dgm:pt modelId="{4C208C88-8D88-4899-AA38-3B8A250AAE10}" type="pres">
      <dgm:prSet presAssocID="{031D475D-D90E-481E-BD52-4B8E00F14C3B}" presName="bgRect" presStyleLbl="bgShp" presStyleIdx="2" presStyleCnt="4"/>
      <dgm:spPr/>
    </dgm:pt>
    <dgm:pt modelId="{331A681F-AB3C-4A2A-9AC0-4AE0A6B7D67C}" type="pres">
      <dgm:prSet presAssocID="{031D475D-D90E-481E-BD52-4B8E00F14C3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47ED3758-B272-4254-82C0-5C3178703B67}" type="pres">
      <dgm:prSet presAssocID="{031D475D-D90E-481E-BD52-4B8E00F14C3B}" presName="spaceRect" presStyleCnt="0"/>
      <dgm:spPr/>
    </dgm:pt>
    <dgm:pt modelId="{1AAEE0B9-2C72-4379-A8BD-ECAE212456EA}" type="pres">
      <dgm:prSet presAssocID="{031D475D-D90E-481E-BD52-4B8E00F14C3B}" presName="parTx" presStyleLbl="revTx" presStyleIdx="2" presStyleCnt="4">
        <dgm:presLayoutVars>
          <dgm:chMax val="0"/>
          <dgm:chPref val="0"/>
        </dgm:presLayoutVars>
      </dgm:prSet>
      <dgm:spPr/>
    </dgm:pt>
    <dgm:pt modelId="{F22D08E5-6AFD-49F6-A994-E9A886EF3E18}" type="pres">
      <dgm:prSet presAssocID="{B99DE1D0-3714-4073-9D22-50AFE8CC8F31}" presName="sibTrans" presStyleCnt="0"/>
      <dgm:spPr/>
    </dgm:pt>
    <dgm:pt modelId="{475A9F7E-09BD-48A6-906D-A90B350997F7}" type="pres">
      <dgm:prSet presAssocID="{F65A50CC-84C4-4DE5-8666-B020543B65C2}" presName="compNode" presStyleCnt="0"/>
      <dgm:spPr/>
    </dgm:pt>
    <dgm:pt modelId="{16D233DC-C4BD-47D9-8F80-4686BCE4E003}" type="pres">
      <dgm:prSet presAssocID="{F65A50CC-84C4-4DE5-8666-B020543B65C2}" presName="bgRect" presStyleLbl="bgShp" presStyleIdx="3" presStyleCnt="4"/>
      <dgm:spPr/>
    </dgm:pt>
    <dgm:pt modelId="{0F6EFFEA-348E-447D-A1F0-561447E2D379}" type="pres">
      <dgm:prSet presAssocID="{F65A50CC-84C4-4DE5-8666-B020543B65C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E3F9D8F-FE6F-4236-BDBB-528FBB984A28}" type="pres">
      <dgm:prSet presAssocID="{F65A50CC-84C4-4DE5-8666-B020543B65C2}" presName="spaceRect" presStyleCnt="0"/>
      <dgm:spPr/>
    </dgm:pt>
    <dgm:pt modelId="{5B0159C5-24EE-474E-9661-B7D05CDA19C2}" type="pres">
      <dgm:prSet presAssocID="{F65A50CC-84C4-4DE5-8666-B020543B65C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25DA716-8334-4BE3-B0B4-1DDAF767B0E2}" type="presOf" srcId="{DAF835AE-08D7-4D5C-BF74-1777EAE08519}" destId="{39570F52-F7FF-4AD5-853E-4209677F3FB6}" srcOrd="0" destOrd="0" presId="urn:microsoft.com/office/officeart/2018/2/layout/IconVerticalSolidList"/>
    <dgm:cxn modelId="{1037082D-AFA8-4309-AEAE-22C6B10572F1}" srcId="{5C629E64-CF7C-40F4-888B-1686555E4E77}" destId="{031D475D-D90E-481E-BD52-4B8E00F14C3B}" srcOrd="2" destOrd="0" parTransId="{34334D46-C378-4023-8973-6A6AAF80FBBB}" sibTransId="{B99DE1D0-3714-4073-9D22-50AFE8CC8F31}"/>
    <dgm:cxn modelId="{4EC6C231-97BA-4D93-AE05-44D842D12AAE}" srcId="{5C629E64-CF7C-40F4-888B-1686555E4E77}" destId="{DAF835AE-08D7-4D5C-BF74-1777EAE08519}" srcOrd="1" destOrd="0" parTransId="{580C5735-2EDE-4650-862E-642E99CCFC4B}" sibTransId="{69B8FD34-C09A-4AB7-836E-F1CFB70AF4E7}"/>
    <dgm:cxn modelId="{A71FF33B-2E5C-42B1-84A0-760A72CC6001}" srcId="{5C629E64-CF7C-40F4-888B-1686555E4E77}" destId="{26A355A3-0127-451A-BD50-63489A6E5D62}" srcOrd="0" destOrd="0" parTransId="{B41676D3-BFD9-42C1-856D-B8E027A8CEEE}" sibTransId="{ECB89C55-3415-4380-B661-F9150B8EB374}"/>
    <dgm:cxn modelId="{F251C740-E1E0-4DA4-9B44-E53FCDA0032E}" type="presOf" srcId="{5C629E64-CF7C-40F4-888B-1686555E4E77}" destId="{29C95FF9-EADD-4E7B-98FD-0E39575FC758}" srcOrd="0" destOrd="0" presId="urn:microsoft.com/office/officeart/2018/2/layout/IconVerticalSolidList"/>
    <dgm:cxn modelId="{0E816D62-67B8-4195-BEAC-4A31F3CB8068}" type="presOf" srcId="{031D475D-D90E-481E-BD52-4B8E00F14C3B}" destId="{1AAEE0B9-2C72-4379-A8BD-ECAE212456EA}" srcOrd="0" destOrd="0" presId="urn:microsoft.com/office/officeart/2018/2/layout/IconVerticalSolidList"/>
    <dgm:cxn modelId="{E9442F83-25B8-40BF-8B5F-D09E5F8581B8}" type="presOf" srcId="{26A355A3-0127-451A-BD50-63489A6E5D62}" destId="{04C4F5A6-A5C3-4634-A677-B0473F8315E6}" srcOrd="0" destOrd="0" presId="urn:microsoft.com/office/officeart/2018/2/layout/IconVerticalSolidList"/>
    <dgm:cxn modelId="{48E93AF2-5D14-4CC7-967D-6E06206614F6}" type="presOf" srcId="{F65A50CC-84C4-4DE5-8666-B020543B65C2}" destId="{5B0159C5-24EE-474E-9661-B7D05CDA19C2}" srcOrd="0" destOrd="0" presId="urn:microsoft.com/office/officeart/2018/2/layout/IconVerticalSolidList"/>
    <dgm:cxn modelId="{2683D4F9-63A2-4567-98FA-D78A9D6169FD}" srcId="{5C629E64-CF7C-40F4-888B-1686555E4E77}" destId="{F65A50CC-84C4-4DE5-8666-B020543B65C2}" srcOrd="3" destOrd="0" parTransId="{2DC68DBB-FC26-48DE-ADEA-C8381808D636}" sibTransId="{3C2DD0B2-FC0E-4D5C-BE09-D944964B1E4E}"/>
    <dgm:cxn modelId="{1FC5A53A-4E1A-4833-BB16-600829B23A24}" type="presParOf" srcId="{29C95FF9-EADD-4E7B-98FD-0E39575FC758}" destId="{EB79D36B-A483-4F64-A2CB-FACDE458A240}" srcOrd="0" destOrd="0" presId="urn:microsoft.com/office/officeart/2018/2/layout/IconVerticalSolidList"/>
    <dgm:cxn modelId="{6B67930E-D1E8-4151-9641-B035B187B053}" type="presParOf" srcId="{EB79D36B-A483-4F64-A2CB-FACDE458A240}" destId="{0344C81E-A205-4801-9607-E344689F8D9F}" srcOrd="0" destOrd="0" presId="urn:microsoft.com/office/officeart/2018/2/layout/IconVerticalSolidList"/>
    <dgm:cxn modelId="{BE7E4644-0239-45BD-BBF3-4CB721E42055}" type="presParOf" srcId="{EB79D36B-A483-4F64-A2CB-FACDE458A240}" destId="{33966EDB-C12B-45E4-A60D-4DBB22F5FE80}" srcOrd="1" destOrd="0" presId="urn:microsoft.com/office/officeart/2018/2/layout/IconVerticalSolidList"/>
    <dgm:cxn modelId="{2FA56FE9-249B-48DE-923E-53B0CF9FC1EB}" type="presParOf" srcId="{EB79D36B-A483-4F64-A2CB-FACDE458A240}" destId="{CC199BB1-4473-48DA-B56C-40E5D8085C2E}" srcOrd="2" destOrd="0" presId="urn:microsoft.com/office/officeart/2018/2/layout/IconVerticalSolidList"/>
    <dgm:cxn modelId="{3ACBFEE9-8D7A-4A65-9D5B-7E279258C61B}" type="presParOf" srcId="{EB79D36B-A483-4F64-A2CB-FACDE458A240}" destId="{04C4F5A6-A5C3-4634-A677-B0473F8315E6}" srcOrd="3" destOrd="0" presId="urn:microsoft.com/office/officeart/2018/2/layout/IconVerticalSolidList"/>
    <dgm:cxn modelId="{9E4556C1-A7D5-4CBF-8804-8AD389023A8D}" type="presParOf" srcId="{29C95FF9-EADD-4E7B-98FD-0E39575FC758}" destId="{61474D80-CBE0-41A2-B3E6-D2458DCCB126}" srcOrd="1" destOrd="0" presId="urn:microsoft.com/office/officeart/2018/2/layout/IconVerticalSolidList"/>
    <dgm:cxn modelId="{92516B72-5493-492F-9FE4-773A9189F358}" type="presParOf" srcId="{29C95FF9-EADD-4E7B-98FD-0E39575FC758}" destId="{A81D1B23-2EC9-4AC4-A397-E935D0C58DAC}" srcOrd="2" destOrd="0" presId="urn:microsoft.com/office/officeart/2018/2/layout/IconVerticalSolidList"/>
    <dgm:cxn modelId="{8B1BAEBD-6A0E-455D-A63F-C8B36D415F04}" type="presParOf" srcId="{A81D1B23-2EC9-4AC4-A397-E935D0C58DAC}" destId="{10B9C53C-E93E-419D-9FB0-29605F50492A}" srcOrd="0" destOrd="0" presId="urn:microsoft.com/office/officeart/2018/2/layout/IconVerticalSolidList"/>
    <dgm:cxn modelId="{B5766BFD-12B2-4044-A415-B1D5956841AB}" type="presParOf" srcId="{A81D1B23-2EC9-4AC4-A397-E935D0C58DAC}" destId="{67D0EDF5-3781-4CAE-A4CD-6A5BC0774C92}" srcOrd="1" destOrd="0" presId="urn:microsoft.com/office/officeart/2018/2/layout/IconVerticalSolidList"/>
    <dgm:cxn modelId="{3958BB74-F4E2-42A2-9F9D-5949D095E4F3}" type="presParOf" srcId="{A81D1B23-2EC9-4AC4-A397-E935D0C58DAC}" destId="{59F30122-67E0-45B9-AACE-F9A976EB8074}" srcOrd="2" destOrd="0" presId="urn:microsoft.com/office/officeart/2018/2/layout/IconVerticalSolidList"/>
    <dgm:cxn modelId="{15FAADFE-770A-4999-A17F-0FB60D4E2660}" type="presParOf" srcId="{A81D1B23-2EC9-4AC4-A397-E935D0C58DAC}" destId="{39570F52-F7FF-4AD5-853E-4209677F3FB6}" srcOrd="3" destOrd="0" presId="urn:microsoft.com/office/officeart/2018/2/layout/IconVerticalSolidList"/>
    <dgm:cxn modelId="{A2ED0617-7986-4923-B777-71FEDC9222A6}" type="presParOf" srcId="{29C95FF9-EADD-4E7B-98FD-0E39575FC758}" destId="{3EB61BB1-334E-4823-BD7A-D148324A78CE}" srcOrd="3" destOrd="0" presId="urn:microsoft.com/office/officeart/2018/2/layout/IconVerticalSolidList"/>
    <dgm:cxn modelId="{8F8486E0-62E7-4933-A94C-BC858136CF55}" type="presParOf" srcId="{29C95FF9-EADD-4E7B-98FD-0E39575FC758}" destId="{49339EAD-3049-45A7-B449-ECF85564AFD3}" srcOrd="4" destOrd="0" presId="urn:microsoft.com/office/officeart/2018/2/layout/IconVerticalSolidList"/>
    <dgm:cxn modelId="{74F80480-3FB9-40F1-91E1-4E7BE6E071D1}" type="presParOf" srcId="{49339EAD-3049-45A7-B449-ECF85564AFD3}" destId="{4C208C88-8D88-4899-AA38-3B8A250AAE10}" srcOrd="0" destOrd="0" presId="urn:microsoft.com/office/officeart/2018/2/layout/IconVerticalSolidList"/>
    <dgm:cxn modelId="{BFAF54F1-B728-4D3A-98E8-F37800B679C7}" type="presParOf" srcId="{49339EAD-3049-45A7-B449-ECF85564AFD3}" destId="{331A681F-AB3C-4A2A-9AC0-4AE0A6B7D67C}" srcOrd="1" destOrd="0" presId="urn:microsoft.com/office/officeart/2018/2/layout/IconVerticalSolidList"/>
    <dgm:cxn modelId="{EC7AB3C9-1472-44EF-93C9-1DCB77EDA681}" type="presParOf" srcId="{49339EAD-3049-45A7-B449-ECF85564AFD3}" destId="{47ED3758-B272-4254-82C0-5C3178703B67}" srcOrd="2" destOrd="0" presId="urn:microsoft.com/office/officeart/2018/2/layout/IconVerticalSolidList"/>
    <dgm:cxn modelId="{7206A848-0494-45CA-A405-B8D030F834A6}" type="presParOf" srcId="{49339EAD-3049-45A7-B449-ECF85564AFD3}" destId="{1AAEE0B9-2C72-4379-A8BD-ECAE212456EA}" srcOrd="3" destOrd="0" presId="urn:microsoft.com/office/officeart/2018/2/layout/IconVerticalSolidList"/>
    <dgm:cxn modelId="{5A84361F-559C-4DA4-8454-701DF9080354}" type="presParOf" srcId="{29C95FF9-EADD-4E7B-98FD-0E39575FC758}" destId="{F22D08E5-6AFD-49F6-A994-E9A886EF3E18}" srcOrd="5" destOrd="0" presId="urn:microsoft.com/office/officeart/2018/2/layout/IconVerticalSolidList"/>
    <dgm:cxn modelId="{24966AD8-4680-4D89-9888-7A6C0EC0909F}" type="presParOf" srcId="{29C95FF9-EADD-4E7B-98FD-0E39575FC758}" destId="{475A9F7E-09BD-48A6-906D-A90B350997F7}" srcOrd="6" destOrd="0" presId="urn:microsoft.com/office/officeart/2018/2/layout/IconVerticalSolidList"/>
    <dgm:cxn modelId="{5BEBFB25-7C37-4B36-AFAA-FE16D751F32E}" type="presParOf" srcId="{475A9F7E-09BD-48A6-906D-A90B350997F7}" destId="{16D233DC-C4BD-47D9-8F80-4686BCE4E003}" srcOrd="0" destOrd="0" presId="urn:microsoft.com/office/officeart/2018/2/layout/IconVerticalSolidList"/>
    <dgm:cxn modelId="{BAFDFEBC-99D2-4C4A-9C4A-CAF577B66D36}" type="presParOf" srcId="{475A9F7E-09BD-48A6-906D-A90B350997F7}" destId="{0F6EFFEA-348E-447D-A1F0-561447E2D379}" srcOrd="1" destOrd="0" presId="urn:microsoft.com/office/officeart/2018/2/layout/IconVerticalSolidList"/>
    <dgm:cxn modelId="{8759392E-158B-41F5-9B59-61D6CF77DBF7}" type="presParOf" srcId="{475A9F7E-09BD-48A6-906D-A90B350997F7}" destId="{4E3F9D8F-FE6F-4236-BDBB-528FBB984A28}" srcOrd="2" destOrd="0" presId="urn:microsoft.com/office/officeart/2018/2/layout/IconVerticalSolidList"/>
    <dgm:cxn modelId="{ADEBD101-E05A-4341-A0C2-053AD0C61851}" type="presParOf" srcId="{475A9F7E-09BD-48A6-906D-A90B350997F7}" destId="{5B0159C5-24EE-474E-9661-B7D05CDA19C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4EBE5B-136D-44B2-AD78-DEAC4B8E83B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DA174A6-A966-4CF2-92BA-4FC10F4B97D1}">
      <dgm:prSet/>
      <dgm:spPr/>
      <dgm:t>
        <a:bodyPr/>
        <a:lstStyle/>
        <a:p>
          <a:r>
            <a:rPr lang="en-US"/>
            <a:t>Simulates multiple price points</a:t>
          </a:r>
        </a:p>
      </dgm:t>
    </dgm:pt>
    <dgm:pt modelId="{3B5569A1-7DC0-45AE-85F9-ECDC0F58CC60}" type="parTrans" cxnId="{294E8D44-2106-47C3-85BB-F15E28B449EB}">
      <dgm:prSet/>
      <dgm:spPr/>
      <dgm:t>
        <a:bodyPr/>
        <a:lstStyle/>
        <a:p>
          <a:endParaRPr lang="en-US"/>
        </a:p>
      </dgm:t>
    </dgm:pt>
    <dgm:pt modelId="{CCAA1F86-71F2-4080-80CD-0A7DED3BE606}" type="sibTrans" cxnId="{294E8D44-2106-47C3-85BB-F15E28B449EB}">
      <dgm:prSet/>
      <dgm:spPr/>
      <dgm:t>
        <a:bodyPr/>
        <a:lstStyle/>
        <a:p>
          <a:endParaRPr lang="en-US"/>
        </a:p>
      </dgm:t>
    </dgm:pt>
    <dgm:pt modelId="{7BCDB659-CB0F-4267-BAF3-F7CC22585A8D}">
      <dgm:prSet/>
      <dgm:spPr/>
      <dgm:t>
        <a:bodyPr/>
        <a:lstStyle/>
        <a:p>
          <a:r>
            <a:rPr lang="en-US"/>
            <a:t>Predicts booking probability at each price</a:t>
          </a:r>
        </a:p>
      </dgm:t>
    </dgm:pt>
    <dgm:pt modelId="{331246D5-5E27-4D3F-88B9-171D17F7F2B3}" type="parTrans" cxnId="{57E0957F-8357-4C66-9240-09DD98F89667}">
      <dgm:prSet/>
      <dgm:spPr/>
      <dgm:t>
        <a:bodyPr/>
        <a:lstStyle/>
        <a:p>
          <a:endParaRPr lang="en-US"/>
        </a:p>
      </dgm:t>
    </dgm:pt>
    <dgm:pt modelId="{A3F27930-E34E-481A-80E4-40BB75281324}" type="sibTrans" cxnId="{57E0957F-8357-4C66-9240-09DD98F89667}">
      <dgm:prSet/>
      <dgm:spPr/>
      <dgm:t>
        <a:bodyPr/>
        <a:lstStyle/>
        <a:p>
          <a:endParaRPr lang="en-US"/>
        </a:p>
      </dgm:t>
    </dgm:pt>
    <dgm:pt modelId="{28A966FC-2CFA-47CE-90CA-FC8593E3456B}">
      <dgm:prSet/>
      <dgm:spPr/>
      <dgm:t>
        <a:bodyPr/>
        <a:lstStyle/>
        <a:p>
          <a:r>
            <a:rPr lang="en-US"/>
            <a:t>Computes expected revenue</a:t>
          </a:r>
        </a:p>
      </dgm:t>
    </dgm:pt>
    <dgm:pt modelId="{DC7959B6-EED1-4192-933A-906931BFAC88}" type="parTrans" cxnId="{D3E41ABB-1DE6-4120-8A3B-8ADCD3003631}">
      <dgm:prSet/>
      <dgm:spPr/>
      <dgm:t>
        <a:bodyPr/>
        <a:lstStyle/>
        <a:p>
          <a:endParaRPr lang="en-US"/>
        </a:p>
      </dgm:t>
    </dgm:pt>
    <dgm:pt modelId="{1B075F55-0462-496A-87DA-3D1ED1AFAA06}" type="sibTrans" cxnId="{D3E41ABB-1DE6-4120-8A3B-8ADCD3003631}">
      <dgm:prSet/>
      <dgm:spPr/>
      <dgm:t>
        <a:bodyPr/>
        <a:lstStyle/>
        <a:p>
          <a:endParaRPr lang="en-US"/>
        </a:p>
      </dgm:t>
    </dgm:pt>
    <dgm:pt modelId="{80F45ED2-489E-41C1-A89A-D151B6CA8A1B}">
      <dgm:prSet/>
      <dgm:spPr/>
      <dgm:t>
        <a:bodyPr/>
        <a:lstStyle/>
        <a:p>
          <a:r>
            <a:rPr lang="en-US"/>
            <a:t>Selects price that maximizes revenue</a:t>
          </a:r>
        </a:p>
      </dgm:t>
    </dgm:pt>
    <dgm:pt modelId="{C5DA4FF2-E35E-4783-88A5-CAF928BD01FE}" type="parTrans" cxnId="{35446CEC-9080-498C-BE57-E1470AC779C3}">
      <dgm:prSet/>
      <dgm:spPr/>
      <dgm:t>
        <a:bodyPr/>
        <a:lstStyle/>
        <a:p>
          <a:endParaRPr lang="en-US"/>
        </a:p>
      </dgm:t>
    </dgm:pt>
    <dgm:pt modelId="{6C4B87E6-8BAB-4A80-8020-002D686F8D4A}" type="sibTrans" cxnId="{35446CEC-9080-498C-BE57-E1470AC779C3}">
      <dgm:prSet/>
      <dgm:spPr/>
      <dgm:t>
        <a:bodyPr/>
        <a:lstStyle/>
        <a:p>
          <a:endParaRPr lang="en-US"/>
        </a:p>
      </dgm:t>
    </dgm:pt>
    <dgm:pt modelId="{E2D6CE77-06E2-4CBB-AA1E-91DB30D67453}" type="pres">
      <dgm:prSet presAssocID="{8D4EBE5B-136D-44B2-AD78-DEAC4B8E83BB}" presName="linear" presStyleCnt="0">
        <dgm:presLayoutVars>
          <dgm:animLvl val="lvl"/>
          <dgm:resizeHandles val="exact"/>
        </dgm:presLayoutVars>
      </dgm:prSet>
      <dgm:spPr/>
    </dgm:pt>
    <dgm:pt modelId="{B7616BA3-0260-4694-A744-D69C104DAE98}" type="pres">
      <dgm:prSet presAssocID="{8DA174A6-A966-4CF2-92BA-4FC10F4B97D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802D363-31AB-4BFB-BCB6-4EC37899B120}" type="pres">
      <dgm:prSet presAssocID="{CCAA1F86-71F2-4080-80CD-0A7DED3BE606}" presName="spacer" presStyleCnt="0"/>
      <dgm:spPr/>
    </dgm:pt>
    <dgm:pt modelId="{FF65B914-6824-4E08-B31A-8E34835A96A0}" type="pres">
      <dgm:prSet presAssocID="{7BCDB659-CB0F-4267-BAF3-F7CC22585A8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37ED8AD-EAEA-4C6E-9EA3-2C1C0FDB018D}" type="pres">
      <dgm:prSet presAssocID="{A3F27930-E34E-481A-80E4-40BB75281324}" presName="spacer" presStyleCnt="0"/>
      <dgm:spPr/>
    </dgm:pt>
    <dgm:pt modelId="{450A76CB-2357-4848-AA6A-C9D485A94073}" type="pres">
      <dgm:prSet presAssocID="{28A966FC-2CFA-47CE-90CA-FC8593E3456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7C6140B-5A22-4699-83C4-8C33832C8D46}" type="pres">
      <dgm:prSet presAssocID="{1B075F55-0462-496A-87DA-3D1ED1AFAA06}" presName="spacer" presStyleCnt="0"/>
      <dgm:spPr/>
    </dgm:pt>
    <dgm:pt modelId="{EEE672AB-265C-43F2-83ED-C0171FB21732}" type="pres">
      <dgm:prSet presAssocID="{80F45ED2-489E-41C1-A89A-D151B6CA8A1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1B90D09-81A5-410C-88DF-FE81A311B903}" type="presOf" srcId="{7BCDB659-CB0F-4267-BAF3-F7CC22585A8D}" destId="{FF65B914-6824-4E08-B31A-8E34835A96A0}" srcOrd="0" destOrd="0" presId="urn:microsoft.com/office/officeart/2005/8/layout/vList2"/>
    <dgm:cxn modelId="{294E8D44-2106-47C3-85BB-F15E28B449EB}" srcId="{8D4EBE5B-136D-44B2-AD78-DEAC4B8E83BB}" destId="{8DA174A6-A966-4CF2-92BA-4FC10F4B97D1}" srcOrd="0" destOrd="0" parTransId="{3B5569A1-7DC0-45AE-85F9-ECDC0F58CC60}" sibTransId="{CCAA1F86-71F2-4080-80CD-0A7DED3BE606}"/>
    <dgm:cxn modelId="{81DB4066-A7D6-4748-8D05-9A2BDD374B32}" type="presOf" srcId="{8D4EBE5B-136D-44B2-AD78-DEAC4B8E83BB}" destId="{E2D6CE77-06E2-4CBB-AA1E-91DB30D67453}" srcOrd="0" destOrd="0" presId="urn:microsoft.com/office/officeart/2005/8/layout/vList2"/>
    <dgm:cxn modelId="{E2EC066A-FE4C-49C0-BA86-6739BAFD8E02}" type="presOf" srcId="{28A966FC-2CFA-47CE-90CA-FC8593E3456B}" destId="{450A76CB-2357-4848-AA6A-C9D485A94073}" srcOrd="0" destOrd="0" presId="urn:microsoft.com/office/officeart/2005/8/layout/vList2"/>
    <dgm:cxn modelId="{57E0957F-8357-4C66-9240-09DD98F89667}" srcId="{8D4EBE5B-136D-44B2-AD78-DEAC4B8E83BB}" destId="{7BCDB659-CB0F-4267-BAF3-F7CC22585A8D}" srcOrd="1" destOrd="0" parTransId="{331246D5-5E27-4D3F-88B9-171D17F7F2B3}" sibTransId="{A3F27930-E34E-481A-80E4-40BB75281324}"/>
    <dgm:cxn modelId="{D3E41ABB-1DE6-4120-8A3B-8ADCD3003631}" srcId="{8D4EBE5B-136D-44B2-AD78-DEAC4B8E83BB}" destId="{28A966FC-2CFA-47CE-90CA-FC8593E3456B}" srcOrd="2" destOrd="0" parTransId="{DC7959B6-EED1-4192-933A-906931BFAC88}" sibTransId="{1B075F55-0462-496A-87DA-3D1ED1AFAA06}"/>
    <dgm:cxn modelId="{6D1D43EA-953F-47B9-ACA6-500DA8BBABFC}" type="presOf" srcId="{80F45ED2-489E-41C1-A89A-D151B6CA8A1B}" destId="{EEE672AB-265C-43F2-83ED-C0171FB21732}" srcOrd="0" destOrd="0" presId="urn:microsoft.com/office/officeart/2005/8/layout/vList2"/>
    <dgm:cxn modelId="{35446CEC-9080-498C-BE57-E1470AC779C3}" srcId="{8D4EBE5B-136D-44B2-AD78-DEAC4B8E83BB}" destId="{80F45ED2-489E-41C1-A89A-D151B6CA8A1B}" srcOrd="3" destOrd="0" parTransId="{C5DA4FF2-E35E-4783-88A5-CAF928BD01FE}" sibTransId="{6C4B87E6-8BAB-4A80-8020-002D686F8D4A}"/>
    <dgm:cxn modelId="{F8D2A4FF-6D5A-4D9B-8B86-F28411FDD13D}" type="presOf" srcId="{8DA174A6-A966-4CF2-92BA-4FC10F4B97D1}" destId="{B7616BA3-0260-4694-A744-D69C104DAE98}" srcOrd="0" destOrd="0" presId="urn:microsoft.com/office/officeart/2005/8/layout/vList2"/>
    <dgm:cxn modelId="{07501CB2-8A64-4324-AB7D-66B95D262A43}" type="presParOf" srcId="{E2D6CE77-06E2-4CBB-AA1E-91DB30D67453}" destId="{B7616BA3-0260-4694-A744-D69C104DAE98}" srcOrd="0" destOrd="0" presId="urn:microsoft.com/office/officeart/2005/8/layout/vList2"/>
    <dgm:cxn modelId="{6A0D3105-C305-4A40-8DA4-0BEF111DE8D3}" type="presParOf" srcId="{E2D6CE77-06E2-4CBB-AA1E-91DB30D67453}" destId="{8802D363-31AB-4BFB-BCB6-4EC37899B120}" srcOrd="1" destOrd="0" presId="urn:microsoft.com/office/officeart/2005/8/layout/vList2"/>
    <dgm:cxn modelId="{1D704C57-A4FA-41CD-92DF-B7308A043B42}" type="presParOf" srcId="{E2D6CE77-06E2-4CBB-AA1E-91DB30D67453}" destId="{FF65B914-6824-4E08-B31A-8E34835A96A0}" srcOrd="2" destOrd="0" presId="urn:microsoft.com/office/officeart/2005/8/layout/vList2"/>
    <dgm:cxn modelId="{A403900B-E5EB-4F10-8EF8-00066E47E737}" type="presParOf" srcId="{E2D6CE77-06E2-4CBB-AA1E-91DB30D67453}" destId="{A37ED8AD-EAEA-4C6E-9EA3-2C1C0FDB018D}" srcOrd="3" destOrd="0" presId="urn:microsoft.com/office/officeart/2005/8/layout/vList2"/>
    <dgm:cxn modelId="{9774611C-0194-4C8D-8459-F9796044BD97}" type="presParOf" srcId="{E2D6CE77-06E2-4CBB-AA1E-91DB30D67453}" destId="{450A76CB-2357-4848-AA6A-C9D485A94073}" srcOrd="4" destOrd="0" presId="urn:microsoft.com/office/officeart/2005/8/layout/vList2"/>
    <dgm:cxn modelId="{643A16AB-412A-460D-9325-B02D14812336}" type="presParOf" srcId="{E2D6CE77-06E2-4CBB-AA1E-91DB30D67453}" destId="{57C6140B-5A22-4699-83C4-8C33832C8D46}" srcOrd="5" destOrd="0" presId="urn:microsoft.com/office/officeart/2005/8/layout/vList2"/>
    <dgm:cxn modelId="{CB66FF28-8F1C-4378-86BB-59ADBECEF25E}" type="presParOf" srcId="{E2D6CE77-06E2-4CBB-AA1E-91DB30D67453}" destId="{EEE672AB-265C-43F2-83ED-C0171FB21732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5191A89-8B4F-4BC2-ADDF-84F68D7092EE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EC2FDDB-3179-45EE-99F0-CF48AF5EE71A}">
      <dgm:prSet/>
      <dgm:spPr/>
      <dgm:t>
        <a:bodyPr/>
        <a:lstStyle/>
        <a:p>
          <a:r>
            <a:rPr lang="en-US"/>
            <a:t>Input: new listing features</a:t>
          </a:r>
        </a:p>
      </dgm:t>
    </dgm:pt>
    <dgm:pt modelId="{19CA4C7F-E190-412E-BC38-F8FB1EF32519}" type="parTrans" cxnId="{46E063A6-F0E4-417E-8280-80A5A433794E}">
      <dgm:prSet/>
      <dgm:spPr/>
      <dgm:t>
        <a:bodyPr/>
        <a:lstStyle/>
        <a:p>
          <a:endParaRPr lang="en-US"/>
        </a:p>
      </dgm:t>
    </dgm:pt>
    <dgm:pt modelId="{C3361A5D-78DB-4DE5-9CEC-AABA58B30B73}" type="sibTrans" cxnId="{46E063A6-F0E4-417E-8280-80A5A433794E}">
      <dgm:prSet/>
      <dgm:spPr/>
      <dgm:t>
        <a:bodyPr/>
        <a:lstStyle/>
        <a:p>
          <a:endParaRPr lang="en-US"/>
        </a:p>
      </dgm:t>
    </dgm:pt>
    <dgm:pt modelId="{F200FC45-EA05-4230-BFD0-9EF8276A3FF0}">
      <dgm:prSet/>
      <dgm:spPr/>
      <dgm:t>
        <a:bodyPr/>
        <a:lstStyle/>
        <a:p>
          <a:r>
            <a:rPr lang="en-US"/>
            <a:t>Apply trained model</a:t>
          </a:r>
        </a:p>
      </dgm:t>
    </dgm:pt>
    <dgm:pt modelId="{C7F336C5-1AA0-4B01-B77B-5F1EDD2D0CE3}" type="parTrans" cxnId="{11764131-BDF5-4C5D-A2CC-58CF04D8650B}">
      <dgm:prSet/>
      <dgm:spPr/>
      <dgm:t>
        <a:bodyPr/>
        <a:lstStyle/>
        <a:p>
          <a:endParaRPr lang="en-US"/>
        </a:p>
      </dgm:t>
    </dgm:pt>
    <dgm:pt modelId="{BA211850-EEA5-4DFD-9AB7-3D993B868852}" type="sibTrans" cxnId="{11764131-BDF5-4C5D-A2CC-58CF04D8650B}">
      <dgm:prSet/>
      <dgm:spPr/>
      <dgm:t>
        <a:bodyPr/>
        <a:lstStyle/>
        <a:p>
          <a:endParaRPr lang="en-US"/>
        </a:p>
      </dgm:t>
    </dgm:pt>
    <dgm:pt modelId="{EFAFFBD6-62C8-4A2A-A783-F8E432E5BB3C}">
      <dgm:prSet/>
      <dgm:spPr/>
      <dgm:t>
        <a:bodyPr/>
        <a:lstStyle/>
        <a:p>
          <a:r>
            <a:rPr lang="en-US"/>
            <a:t>Output: </a:t>
          </a:r>
        </a:p>
      </dgm:t>
    </dgm:pt>
    <dgm:pt modelId="{DF3A9094-B45D-464F-924B-9E7B94F9B4AF}" type="parTrans" cxnId="{61974621-9EC5-4199-B692-CE769B38CE2D}">
      <dgm:prSet/>
      <dgm:spPr/>
      <dgm:t>
        <a:bodyPr/>
        <a:lstStyle/>
        <a:p>
          <a:endParaRPr lang="en-US"/>
        </a:p>
      </dgm:t>
    </dgm:pt>
    <dgm:pt modelId="{79D915E8-D4E3-46F0-B761-79653F68C5DA}" type="sibTrans" cxnId="{61974621-9EC5-4199-B692-CE769B38CE2D}">
      <dgm:prSet/>
      <dgm:spPr/>
      <dgm:t>
        <a:bodyPr/>
        <a:lstStyle/>
        <a:p>
          <a:endParaRPr lang="en-US"/>
        </a:p>
      </dgm:t>
    </dgm:pt>
    <dgm:pt modelId="{1BE966EB-8C4E-430C-B79C-F983E7A9B4B1}">
      <dgm:prSet/>
      <dgm:spPr/>
      <dgm:t>
        <a:bodyPr/>
        <a:lstStyle/>
        <a:p>
          <a:r>
            <a:rPr lang="en-SG" dirty="0"/>
            <a:t> </a:t>
          </a:r>
          <a:r>
            <a:rPr lang="en-US" dirty="0"/>
            <a:t>optimal price + expected revenue</a:t>
          </a:r>
        </a:p>
      </dgm:t>
    </dgm:pt>
    <dgm:pt modelId="{45ED1171-79B6-4B6E-8119-9804DBD25814}" type="parTrans" cxnId="{B3459541-93B6-427C-988B-8330D71A01B7}">
      <dgm:prSet/>
      <dgm:spPr/>
      <dgm:t>
        <a:bodyPr/>
        <a:lstStyle/>
        <a:p>
          <a:endParaRPr lang="en-US"/>
        </a:p>
      </dgm:t>
    </dgm:pt>
    <dgm:pt modelId="{FDFDE224-B969-4535-A7FD-88A42885CEA9}" type="sibTrans" cxnId="{B3459541-93B6-427C-988B-8330D71A01B7}">
      <dgm:prSet/>
      <dgm:spPr/>
      <dgm:t>
        <a:bodyPr/>
        <a:lstStyle/>
        <a:p>
          <a:endParaRPr lang="en-US"/>
        </a:p>
      </dgm:t>
    </dgm:pt>
    <dgm:pt modelId="{EA503D03-920D-4062-BD0F-2683AD6ECC36}">
      <dgm:prSet/>
      <dgm:spPr/>
      <dgm:t>
        <a:bodyPr/>
        <a:lstStyle/>
        <a:p>
          <a:r>
            <a:rPr lang="en-SG" dirty="0"/>
            <a:t> expected revenue curve</a:t>
          </a:r>
          <a:endParaRPr lang="en-US" dirty="0"/>
        </a:p>
      </dgm:t>
    </dgm:pt>
    <dgm:pt modelId="{09BC44D4-628A-4009-B01E-9FEDC03CABD5}" type="parTrans" cxnId="{A366C3DF-EC07-43DC-AAC6-FF80AA552CAC}">
      <dgm:prSet/>
      <dgm:spPr/>
      <dgm:t>
        <a:bodyPr/>
        <a:lstStyle/>
        <a:p>
          <a:endParaRPr lang="en-US"/>
        </a:p>
      </dgm:t>
    </dgm:pt>
    <dgm:pt modelId="{35647939-69A4-4888-A346-0E26DA4F0C46}" type="sibTrans" cxnId="{A366C3DF-EC07-43DC-AAC6-FF80AA552CAC}">
      <dgm:prSet/>
      <dgm:spPr/>
      <dgm:t>
        <a:bodyPr/>
        <a:lstStyle/>
        <a:p>
          <a:endParaRPr lang="en-US"/>
        </a:p>
      </dgm:t>
    </dgm:pt>
    <dgm:pt modelId="{E68697E7-B488-4EE1-BE21-B3E28F7A8DA6}" type="pres">
      <dgm:prSet presAssocID="{65191A89-8B4F-4BC2-ADDF-84F68D7092EE}" presName="linear" presStyleCnt="0">
        <dgm:presLayoutVars>
          <dgm:dir/>
          <dgm:animLvl val="lvl"/>
          <dgm:resizeHandles val="exact"/>
        </dgm:presLayoutVars>
      </dgm:prSet>
      <dgm:spPr/>
    </dgm:pt>
    <dgm:pt modelId="{0E987F0A-1831-4AF8-953F-34DCB811590A}" type="pres">
      <dgm:prSet presAssocID="{3EC2FDDB-3179-45EE-99F0-CF48AF5EE71A}" presName="parentLin" presStyleCnt="0"/>
      <dgm:spPr/>
    </dgm:pt>
    <dgm:pt modelId="{8FA3CD41-9FCD-4305-9830-ECD4B84F493C}" type="pres">
      <dgm:prSet presAssocID="{3EC2FDDB-3179-45EE-99F0-CF48AF5EE71A}" presName="parentLeftMargin" presStyleLbl="node1" presStyleIdx="0" presStyleCnt="3"/>
      <dgm:spPr/>
    </dgm:pt>
    <dgm:pt modelId="{8DCA2B13-5316-43E6-BB9E-CDFACC90951C}" type="pres">
      <dgm:prSet presAssocID="{3EC2FDDB-3179-45EE-99F0-CF48AF5EE71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AD727F5-1875-42C7-846B-37A0BFFD2650}" type="pres">
      <dgm:prSet presAssocID="{3EC2FDDB-3179-45EE-99F0-CF48AF5EE71A}" presName="negativeSpace" presStyleCnt="0"/>
      <dgm:spPr/>
    </dgm:pt>
    <dgm:pt modelId="{7F2511EE-340F-4D51-ABE1-ECCD9B5F45C3}" type="pres">
      <dgm:prSet presAssocID="{3EC2FDDB-3179-45EE-99F0-CF48AF5EE71A}" presName="childText" presStyleLbl="conFgAcc1" presStyleIdx="0" presStyleCnt="3">
        <dgm:presLayoutVars>
          <dgm:bulletEnabled val="1"/>
        </dgm:presLayoutVars>
      </dgm:prSet>
      <dgm:spPr/>
    </dgm:pt>
    <dgm:pt modelId="{6546E268-F000-4B51-80F7-4F11C4A34B03}" type="pres">
      <dgm:prSet presAssocID="{C3361A5D-78DB-4DE5-9CEC-AABA58B30B73}" presName="spaceBetweenRectangles" presStyleCnt="0"/>
      <dgm:spPr/>
    </dgm:pt>
    <dgm:pt modelId="{334DBFB5-BB06-43B3-A4F2-EB24541DB9C2}" type="pres">
      <dgm:prSet presAssocID="{F200FC45-EA05-4230-BFD0-9EF8276A3FF0}" presName="parentLin" presStyleCnt="0"/>
      <dgm:spPr/>
    </dgm:pt>
    <dgm:pt modelId="{1A9C5A52-F0F6-4DD1-8424-ACEAB11E5DDC}" type="pres">
      <dgm:prSet presAssocID="{F200FC45-EA05-4230-BFD0-9EF8276A3FF0}" presName="parentLeftMargin" presStyleLbl="node1" presStyleIdx="0" presStyleCnt="3"/>
      <dgm:spPr/>
    </dgm:pt>
    <dgm:pt modelId="{9184569A-65B7-4D2D-A3C0-8CD7D753BF14}" type="pres">
      <dgm:prSet presAssocID="{F200FC45-EA05-4230-BFD0-9EF8276A3FF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2BAD87B-2BC7-4DBB-87C1-AD4B2ED70094}" type="pres">
      <dgm:prSet presAssocID="{F200FC45-EA05-4230-BFD0-9EF8276A3FF0}" presName="negativeSpace" presStyleCnt="0"/>
      <dgm:spPr/>
    </dgm:pt>
    <dgm:pt modelId="{68384F75-6109-48BB-9F0F-2A42938494BE}" type="pres">
      <dgm:prSet presAssocID="{F200FC45-EA05-4230-BFD0-9EF8276A3FF0}" presName="childText" presStyleLbl="conFgAcc1" presStyleIdx="1" presStyleCnt="3">
        <dgm:presLayoutVars>
          <dgm:bulletEnabled val="1"/>
        </dgm:presLayoutVars>
      </dgm:prSet>
      <dgm:spPr/>
    </dgm:pt>
    <dgm:pt modelId="{2C6B9DA5-345D-40B9-9A84-D38FC8FBB965}" type="pres">
      <dgm:prSet presAssocID="{BA211850-EEA5-4DFD-9AB7-3D993B868852}" presName="spaceBetweenRectangles" presStyleCnt="0"/>
      <dgm:spPr/>
    </dgm:pt>
    <dgm:pt modelId="{3B9697F2-334C-493D-8C7F-5A60C8A91272}" type="pres">
      <dgm:prSet presAssocID="{EFAFFBD6-62C8-4A2A-A783-F8E432E5BB3C}" presName="parentLin" presStyleCnt="0"/>
      <dgm:spPr/>
    </dgm:pt>
    <dgm:pt modelId="{CCC1C137-EA41-405C-A879-AD35297E3468}" type="pres">
      <dgm:prSet presAssocID="{EFAFFBD6-62C8-4A2A-A783-F8E432E5BB3C}" presName="parentLeftMargin" presStyleLbl="node1" presStyleIdx="1" presStyleCnt="3"/>
      <dgm:spPr/>
    </dgm:pt>
    <dgm:pt modelId="{FAB0D082-3360-4426-A1BF-EA9E859597C4}" type="pres">
      <dgm:prSet presAssocID="{EFAFFBD6-62C8-4A2A-A783-F8E432E5BB3C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CBECB63-E95B-442B-A357-72268A64600A}" type="pres">
      <dgm:prSet presAssocID="{EFAFFBD6-62C8-4A2A-A783-F8E432E5BB3C}" presName="negativeSpace" presStyleCnt="0"/>
      <dgm:spPr/>
    </dgm:pt>
    <dgm:pt modelId="{F299D6B0-92F2-4F22-9382-6F667052C678}" type="pres">
      <dgm:prSet presAssocID="{EFAFFBD6-62C8-4A2A-A783-F8E432E5BB3C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1F30100C-3F86-49BC-ACAF-C935354A9C91}" type="presOf" srcId="{65191A89-8B4F-4BC2-ADDF-84F68D7092EE}" destId="{E68697E7-B488-4EE1-BE21-B3E28F7A8DA6}" srcOrd="0" destOrd="0" presId="urn:microsoft.com/office/officeart/2005/8/layout/list1"/>
    <dgm:cxn modelId="{930A381A-5585-4F86-9121-975DCBD40367}" type="presOf" srcId="{EFAFFBD6-62C8-4A2A-A783-F8E432E5BB3C}" destId="{FAB0D082-3360-4426-A1BF-EA9E859597C4}" srcOrd="1" destOrd="0" presId="urn:microsoft.com/office/officeart/2005/8/layout/list1"/>
    <dgm:cxn modelId="{61974621-9EC5-4199-B692-CE769B38CE2D}" srcId="{65191A89-8B4F-4BC2-ADDF-84F68D7092EE}" destId="{EFAFFBD6-62C8-4A2A-A783-F8E432E5BB3C}" srcOrd="2" destOrd="0" parTransId="{DF3A9094-B45D-464F-924B-9E7B94F9B4AF}" sibTransId="{79D915E8-D4E3-46F0-B761-79653F68C5DA}"/>
    <dgm:cxn modelId="{C0130930-37F5-4DBE-A243-2F98A3258931}" type="presOf" srcId="{EA503D03-920D-4062-BD0F-2683AD6ECC36}" destId="{F299D6B0-92F2-4F22-9382-6F667052C678}" srcOrd="0" destOrd="1" presId="urn:microsoft.com/office/officeart/2005/8/layout/list1"/>
    <dgm:cxn modelId="{11764131-BDF5-4C5D-A2CC-58CF04D8650B}" srcId="{65191A89-8B4F-4BC2-ADDF-84F68D7092EE}" destId="{F200FC45-EA05-4230-BFD0-9EF8276A3FF0}" srcOrd="1" destOrd="0" parTransId="{C7F336C5-1AA0-4B01-B77B-5F1EDD2D0CE3}" sibTransId="{BA211850-EEA5-4DFD-9AB7-3D993B868852}"/>
    <dgm:cxn modelId="{153EA536-EF4B-41FF-948C-360B0D974DD2}" type="presOf" srcId="{F200FC45-EA05-4230-BFD0-9EF8276A3FF0}" destId="{9184569A-65B7-4D2D-A3C0-8CD7D753BF14}" srcOrd="1" destOrd="0" presId="urn:microsoft.com/office/officeart/2005/8/layout/list1"/>
    <dgm:cxn modelId="{350E0A3C-2D27-478D-B7A1-03D818162963}" type="presOf" srcId="{3EC2FDDB-3179-45EE-99F0-CF48AF5EE71A}" destId="{8DCA2B13-5316-43E6-BB9E-CDFACC90951C}" srcOrd="1" destOrd="0" presId="urn:microsoft.com/office/officeart/2005/8/layout/list1"/>
    <dgm:cxn modelId="{B3459541-93B6-427C-988B-8330D71A01B7}" srcId="{EFAFFBD6-62C8-4A2A-A783-F8E432E5BB3C}" destId="{1BE966EB-8C4E-430C-B79C-F983E7A9B4B1}" srcOrd="0" destOrd="0" parTransId="{45ED1171-79B6-4B6E-8119-9804DBD25814}" sibTransId="{FDFDE224-B969-4535-A7FD-88A42885CEA9}"/>
    <dgm:cxn modelId="{726D93A1-198F-4080-B21A-2022001F63AE}" type="presOf" srcId="{F200FC45-EA05-4230-BFD0-9EF8276A3FF0}" destId="{1A9C5A52-F0F6-4DD1-8424-ACEAB11E5DDC}" srcOrd="0" destOrd="0" presId="urn:microsoft.com/office/officeart/2005/8/layout/list1"/>
    <dgm:cxn modelId="{46E063A6-F0E4-417E-8280-80A5A433794E}" srcId="{65191A89-8B4F-4BC2-ADDF-84F68D7092EE}" destId="{3EC2FDDB-3179-45EE-99F0-CF48AF5EE71A}" srcOrd="0" destOrd="0" parTransId="{19CA4C7F-E190-412E-BC38-F8FB1EF32519}" sibTransId="{C3361A5D-78DB-4DE5-9CEC-AABA58B30B73}"/>
    <dgm:cxn modelId="{A366C3DF-EC07-43DC-AAC6-FF80AA552CAC}" srcId="{EFAFFBD6-62C8-4A2A-A783-F8E432E5BB3C}" destId="{EA503D03-920D-4062-BD0F-2683AD6ECC36}" srcOrd="1" destOrd="0" parTransId="{09BC44D4-628A-4009-B01E-9FEDC03CABD5}" sibTransId="{35647939-69A4-4888-A346-0E26DA4F0C46}"/>
    <dgm:cxn modelId="{4D8993E7-A60A-4D5A-BC49-DC690650DB4B}" type="presOf" srcId="{1BE966EB-8C4E-430C-B79C-F983E7A9B4B1}" destId="{F299D6B0-92F2-4F22-9382-6F667052C678}" srcOrd="0" destOrd="0" presId="urn:microsoft.com/office/officeart/2005/8/layout/list1"/>
    <dgm:cxn modelId="{FFBD5DF6-4D46-45F2-B281-ED2F8B94BD83}" type="presOf" srcId="{3EC2FDDB-3179-45EE-99F0-CF48AF5EE71A}" destId="{8FA3CD41-9FCD-4305-9830-ECD4B84F493C}" srcOrd="0" destOrd="0" presId="urn:microsoft.com/office/officeart/2005/8/layout/list1"/>
    <dgm:cxn modelId="{B8B1BEFF-563C-4183-A44A-CBCB3573814B}" type="presOf" srcId="{EFAFFBD6-62C8-4A2A-A783-F8E432E5BB3C}" destId="{CCC1C137-EA41-405C-A879-AD35297E3468}" srcOrd="0" destOrd="0" presId="urn:microsoft.com/office/officeart/2005/8/layout/list1"/>
    <dgm:cxn modelId="{47DC7DF4-4147-40DC-85CE-DA0B885D8986}" type="presParOf" srcId="{E68697E7-B488-4EE1-BE21-B3E28F7A8DA6}" destId="{0E987F0A-1831-4AF8-953F-34DCB811590A}" srcOrd="0" destOrd="0" presId="urn:microsoft.com/office/officeart/2005/8/layout/list1"/>
    <dgm:cxn modelId="{E67A2ADB-43EC-4AAA-AE28-70270BACBCCE}" type="presParOf" srcId="{0E987F0A-1831-4AF8-953F-34DCB811590A}" destId="{8FA3CD41-9FCD-4305-9830-ECD4B84F493C}" srcOrd="0" destOrd="0" presId="urn:microsoft.com/office/officeart/2005/8/layout/list1"/>
    <dgm:cxn modelId="{6BE2516E-CDBA-46C1-9817-58FACCBC76A8}" type="presParOf" srcId="{0E987F0A-1831-4AF8-953F-34DCB811590A}" destId="{8DCA2B13-5316-43E6-BB9E-CDFACC90951C}" srcOrd="1" destOrd="0" presId="urn:microsoft.com/office/officeart/2005/8/layout/list1"/>
    <dgm:cxn modelId="{9AA4804F-875A-4B4F-BA58-64D8A6EF19B0}" type="presParOf" srcId="{E68697E7-B488-4EE1-BE21-B3E28F7A8DA6}" destId="{1AD727F5-1875-42C7-846B-37A0BFFD2650}" srcOrd="1" destOrd="0" presId="urn:microsoft.com/office/officeart/2005/8/layout/list1"/>
    <dgm:cxn modelId="{06C42ACC-10CE-4641-8CF3-E760A94E9256}" type="presParOf" srcId="{E68697E7-B488-4EE1-BE21-B3E28F7A8DA6}" destId="{7F2511EE-340F-4D51-ABE1-ECCD9B5F45C3}" srcOrd="2" destOrd="0" presId="urn:microsoft.com/office/officeart/2005/8/layout/list1"/>
    <dgm:cxn modelId="{16B2EF2A-D4B8-4339-8D28-190AF869C532}" type="presParOf" srcId="{E68697E7-B488-4EE1-BE21-B3E28F7A8DA6}" destId="{6546E268-F000-4B51-80F7-4F11C4A34B03}" srcOrd="3" destOrd="0" presId="urn:microsoft.com/office/officeart/2005/8/layout/list1"/>
    <dgm:cxn modelId="{223382E4-DC93-4C0B-B1AC-0F5E5A535826}" type="presParOf" srcId="{E68697E7-B488-4EE1-BE21-B3E28F7A8DA6}" destId="{334DBFB5-BB06-43B3-A4F2-EB24541DB9C2}" srcOrd="4" destOrd="0" presId="urn:microsoft.com/office/officeart/2005/8/layout/list1"/>
    <dgm:cxn modelId="{6EFD11B8-AF88-4FA6-BDA6-349B8B60E8C8}" type="presParOf" srcId="{334DBFB5-BB06-43B3-A4F2-EB24541DB9C2}" destId="{1A9C5A52-F0F6-4DD1-8424-ACEAB11E5DDC}" srcOrd="0" destOrd="0" presId="urn:microsoft.com/office/officeart/2005/8/layout/list1"/>
    <dgm:cxn modelId="{87B8036A-B756-417E-B05D-A6E6FFDFEB52}" type="presParOf" srcId="{334DBFB5-BB06-43B3-A4F2-EB24541DB9C2}" destId="{9184569A-65B7-4D2D-A3C0-8CD7D753BF14}" srcOrd="1" destOrd="0" presId="urn:microsoft.com/office/officeart/2005/8/layout/list1"/>
    <dgm:cxn modelId="{385013BC-A4D6-4866-8862-2AC8919FA141}" type="presParOf" srcId="{E68697E7-B488-4EE1-BE21-B3E28F7A8DA6}" destId="{32BAD87B-2BC7-4DBB-87C1-AD4B2ED70094}" srcOrd="5" destOrd="0" presId="urn:microsoft.com/office/officeart/2005/8/layout/list1"/>
    <dgm:cxn modelId="{E25F1A47-4BF7-42AA-9E0D-C59B0561E268}" type="presParOf" srcId="{E68697E7-B488-4EE1-BE21-B3E28F7A8DA6}" destId="{68384F75-6109-48BB-9F0F-2A42938494BE}" srcOrd="6" destOrd="0" presId="urn:microsoft.com/office/officeart/2005/8/layout/list1"/>
    <dgm:cxn modelId="{A6E9284C-DFE8-4333-80DF-0F97DF62EEDC}" type="presParOf" srcId="{E68697E7-B488-4EE1-BE21-B3E28F7A8DA6}" destId="{2C6B9DA5-345D-40B9-9A84-D38FC8FBB965}" srcOrd="7" destOrd="0" presId="urn:microsoft.com/office/officeart/2005/8/layout/list1"/>
    <dgm:cxn modelId="{7D3D5281-62B1-450D-94A2-E2DEB738D81E}" type="presParOf" srcId="{E68697E7-B488-4EE1-BE21-B3E28F7A8DA6}" destId="{3B9697F2-334C-493D-8C7F-5A60C8A91272}" srcOrd="8" destOrd="0" presId="urn:microsoft.com/office/officeart/2005/8/layout/list1"/>
    <dgm:cxn modelId="{C602E1C3-2900-477C-8452-444FE5D70A46}" type="presParOf" srcId="{3B9697F2-334C-493D-8C7F-5A60C8A91272}" destId="{CCC1C137-EA41-405C-A879-AD35297E3468}" srcOrd="0" destOrd="0" presId="urn:microsoft.com/office/officeart/2005/8/layout/list1"/>
    <dgm:cxn modelId="{DEF689B9-170C-4C85-9F21-486EA25414BE}" type="presParOf" srcId="{3B9697F2-334C-493D-8C7F-5A60C8A91272}" destId="{FAB0D082-3360-4426-A1BF-EA9E859597C4}" srcOrd="1" destOrd="0" presId="urn:microsoft.com/office/officeart/2005/8/layout/list1"/>
    <dgm:cxn modelId="{2B59B5B9-F691-4714-BB25-89C7FE8FD1AC}" type="presParOf" srcId="{E68697E7-B488-4EE1-BE21-B3E28F7A8DA6}" destId="{4CBECB63-E95B-442B-A357-72268A64600A}" srcOrd="9" destOrd="0" presId="urn:microsoft.com/office/officeart/2005/8/layout/list1"/>
    <dgm:cxn modelId="{68819B31-EE99-4BD6-B4D9-25769A35984F}" type="presParOf" srcId="{E68697E7-B488-4EE1-BE21-B3E28F7A8DA6}" destId="{F299D6B0-92F2-4F22-9382-6F667052C678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292CD9-85DC-471F-A28C-AB085F93B2B3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8A7EBFF-F079-4AAD-9381-B8413188B100}">
      <dgm:prSet/>
      <dgm:spPr/>
      <dgm:t>
        <a:bodyPr/>
        <a:lstStyle/>
        <a:p>
          <a:r>
            <a:rPr lang="en-US"/>
            <a:t>Static price on both dates: R1200</a:t>
          </a:r>
        </a:p>
      </dgm:t>
    </dgm:pt>
    <dgm:pt modelId="{2FEB1920-2183-4680-A842-9D0185D060F0}" type="parTrans" cxnId="{9E36700E-6287-4852-A0A4-9CB9B111A966}">
      <dgm:prSet/>
      <dgm:spPr/>
      <dgm:t>
        <a:bodyPr/>
        <a:lstStyle/>
        <a:p>
          <a:endParaRPr lang="en-US"/>
        </a:p>
      </dgm:t>
    </dgm:pt>
    <dgm:pt modelId="{514C85A0-D026-4C94-9298-93BA0DBE751D}" type="sibTrans" cxnId="{9E36700E-6287-4852-A0A4-9CB9B111A966}">
      <dgm:prSet/>
      <dgm:spPr/>
      <dgm:t>
        <a:bodyPr/>
        <a:lstStyle/>
        <a:p>
          <a:endParaRPr lang="en-US"/>
        </a:p>
      </dgm:t>
    </dgm:pt>
    <dgm:pt modelId="{6D4FB581-C3C2-4BC2-90C7-9D0BF8E1625B}">
      <dgm:prSet/>
      <dgm:spPr/>
      <dgm:t>
        <a:bodyPr/>
        <a:lstStyle/>
        <a:p>
          <a:r>
            <a:rPr lang="en-US"/>
            <a:t>June dynamic: R2400 → expected revenue R589.82 vs static R294.96</a:t>
          </a:r>
        </a:p>
      </dgm:t>
    </dgm:pt>
    <dgm:pt modelId="{DE045B82-D165-4198-B1B2-EC77A24A145F}" type="parTrans" cxnId="{DA88ECDE-B607-4FDE-B069-672F951E0CE7}">
      <dgm:prSet/>
      <dgm:spPr/>
      <dgm:t>
        <a:bodyPr/>
        <a:lstStyle/>
        <a:p>
          <a:endParaRPr lang="en-US"/>
        </a:p>
      </dgm:t>
    </dgm:pt>
    <dgm:pt modelId="{92039159-4A34-44D1-851D-CA6EAFCB34F5}" type="sibTrans" cxnId="{DA88ECDE-B607-4FDE-B069-672F951E0CE7}">
      <dgm:prSet/>
      <dgm:spPr/>
      <dgm:t>
        <a:bodyPr/>
        <a:lstStyle/>
        <a:p>
          <a:endParaRPr lang="en-US"/>
        </a:p>
      </dgm:t>
    </dgm:pt>
    <dgm:pt modelId="{A927D997-7FAE-41DD-B73B-16F2413AC93D}">
      <dgm:prSet/>
      <dgm:spPr/>
      <dgm:t>
        <a:bodyPr/>
        <a:lstStyle/>
        <a:p>
          <a:r>
            <a:rPr lang="en-US"/>
            <a:t>December dynamic: R1900 → expected revenue R767.03 vs static R484.44</a:t>
          </a:r>
        </a:p>
      </dgm:t>
    </dgm:pt>
    <dgm:pt modelId="{C85F18C7-FCC4-42D0-A694-719928C375CD}" type="parTrans" cxnId="{3D21895A-19D4-457D-8756-A9B9471F8A74}">
      <dgm:prSet/>
      <dgm:spPr/>
      <dgm:t>
        <a:bodyPr/>
        <a:lstStyle/>
        <a:p>
          <a:endParaRPr lang="en-US"/>
        </a:p>
      </dgm:t>
    </dgm:pt>
    <dgm:pt modelId="{94C9E422-BA24-4717-B7BF-C207CAD180FA}" type="sibTrans" cxnId="{3D21895A-19D4-457D-8756-A9B9471F8A74}">
      <dgm:prSet/>
      <dgm:spPr/>
      <dgm:t>
        <a:bodyPr/>
        <a:lstStyle/>
        <a:p>
          <a:endParaRPr lang="en-US"/>
        </a:p>
      </dgm:t>
    </dgm:pt>
    <dgm:pt modelId="{9A878F49-C71C-4434-8286-DA57291A5CB1}">
      <dgm:prSet/>
      <dgm:spPr/>
      <dgm:t>
        <a:bodyPr/>
        <a:lstStyle/>
        <a:p>
          <a:r>
            <a:rPr lang="en-US"/>
            <a:t>Key insight: same listing requires different strategies by date-level elasticity</a:t>
          </a:r>
        </a:p>
      </dgm:t>
    </dgm:pt>
    <dgm:pt modelId="{03E48646-4E4E-4942-A129-505E59B5E256}" type="parTrans" cxnId="{2BF2EE45-5322-47AC-95B9-3EB9DFB45CA2}">
      <dgm:prSet/>
      <dgm:spPr/>
      <dgm:t>
        <a:bodyPr/>
        <a:lstStyle/>
        <a:p>
          <a:endParaRPr lang="en-US"/>
        </a:p>
      </dgm:t>
    </dgm:pt>
    <dgm:pt modelId="{BB9D0AF1-689C-4FDA-887F-0AF55AB25AF5}" type="sibTrans" cxnId="{2BF2EE45-5322-47AC-95B9-3EB9DFB45CA2}">
      <dgm:prSet/>
      <dgm:spPr/>
      <dgm:t>
        <a:bodyPr/>
        <a:lstStyle/>
        <a:p>
          <a:endParaRPr lang="en-US"/>
        </a:p>
      </dgm:t>
    </dgm:pt>
    <dgm:pt modelId="{C0DFA6B5-C10B-4F8A-AB75-16694DE5D5C3}" type="pres">
      <dgm:prSet presAssocID="{51292CD9-85DC-471F-A28C-AB085F93B2B3}" presName="diagram" presStyleCnt="0">
        <dgm:presLayoutVars>
          <dgm:dir/>
          <dgm:resizeHandles val="exact"/>
        </dgm:presLayoutVars>
      </dgm:prSet>
      <dgm:spPr/>
    </dgm:pt>
    <dgm:pt modelId="{44F7079F-3852-4F06-B265-2B53D7AF5776}" type="pres">
      <dgm:prSet presAssocID="{88A7EBFF-F079-4AAD-9381-B8413188B100}" presName="node" presStyleLbl="node1" presStyleIdx="0" presStyleCnt="4">
        <dgm:presLayoutVars>
          <dgm:bulletEnabled val="1"/>
        </dgm:presLayoutVars>
      </dgm:prSet>
      <dgm:spPr/>
    </dgm:pt>
    <dgm:pt modelId="{DB6757BD-FE44-4B06-94E2-A08F871B6CA6}" type="pres">
      <dgm:prSet presAssocID="{514C85A0-D026-4C94-9298-93BA0DBE751D}" presName="sibTrans" presStyleCnt="0"/>
      <dgm:spPr/>
    </dgm:pt>
    <dgm:pt modelId="{360CFA7A-F1ED-42A1-85A6-C3EEBBB94626}" type="pres">
      <dgm:prSet presAssocID="{6D4FB581-C3C2-4BC2-90C7-9D0BF8E1625B}" presName="node" presStyleLbl="node1" presStyleIdx="1" presStyleCnt="4">
        <dgm:presLayoutVars>
          <dgm:bulletEnabled val="1"/>
        </dgm:presLayoutVars>
      </dgm:prSet>
      <dgm:spPr/>
    </dgm:pt>
    <dgm:pt modelId="{3E4CD5DE-29BD-43B8-A63B-0263231E8AB1}" type="pres">
      <dgm:prSet presAssocID="{92039159-4A34-44D1-851D-CA6EAFCB34F5}" presName="sibTrans" presStyleCnt="0"/>
      <dgm:spPr/>
    </dgm:pt>
    <dgm:pt modelId="{F4F0A805-46C5-4DA6-90B0-9836278CFB8E}" type="pres">
      <dgm:prSet presAssocID="{A927D997-7FAE-41DD-B73B-16F2413AC93D}" presName="node" presStyleLbl="node1" presStyleIdx="2" presStyleCnt="4">
        <dgm:presLayoutVars>
          <dgm:bulletEnabled val="1"/>
        </dgm:presLayoutVars>
      </dgm:prSet>
      <dgm:spPr/>
    </dgm:pt>
    <dgm:pt modelId="{6C3A02D0-B5E8-492B-8BA0-4B1B4C1F70BA}" type="pres">
      <dgm:prSet presAssocID="{94C9E422-BA24-4717-B7BF-C207CAD180FA}" presName="sibTrans" presStyleCnt="0"/>
      <dgm:spPr/>
    </dgm:pt>
    <dgm:pt modelId="{E8A42D6A-0211-432A-BEA8-0F5B00C64704}" type="pres">
      <dgm:prSet presAssocID="{9A878F49-C71C-4434-8286-DA57291A5CB1}" presName="node" presStyleLbl="node1" presStyleIdx="3" presStyleCnt="4">
        <dgm:presLayoutVars>
          <dgm:bulletEnabled val="1"/>
        </dgm:presLayoutVars>
      </dgm:prSet>
      <dgm:spPr/>
    </dgm:pt>
  </dgm:ptLst>
  <dgm:cxnLst>
    <dgm:cxn modelId="{56BB5601-CDF3-433A-8142-7BF08933B73E}" type="presOf" srcId="{A927D997-7FAE-41DD-B73B-16F2413AC93D}" destId="{F4F0A805-46C5-4DA6-90B0-9836278CFB8E}" srcOrd="0" destOrd="0" presId="urn:microsoft.com/office/officeart/2005/8/layout/default"/>
    <dgm:cxn modelId="{41BA1102-DFFD-4C68-A400-3F8D4D9A75A0}" type="presOf" srcId="{88A7EBFF-F079-4AAD-9381-B8413188B100}" destId="{44F7079F-3852-4F06-B265-2B53D7AF5776}" srcOrd="0" destOrd="0" presId="urn:microsoft.com/office/officeart/2005/8/layout/default"/>
    <dgm:cxn modelId="{9E36700E-6287-4852-A0A4-9CB9B111A966}" srcId="{51292CD9-85DC-471F-A28C-AB085F93B2B3}" destId="{88A7EBFF-F079-4AAD-9381-B8413188B100}" srcOrd="0" destOrd="0" parTransId="{2FEB1920-2183-4680-A842-9D0185D060F0}" sibTransId="{514C85A0-D026-4C94-9298-93BA0DBE751D}"/>
    <dgm:cxn modelId="{A6F27C24-F06F-47AB-8DA5-2421DB6D78CB}" type="presOf" srcId="{9A878F49-C71C-4434-8286-DA57291A5CB1}" destId="{E8A42D6A-0211-432A-BEA8-0F5B00C64704}" srcOrd="0" destOrd="0" presId="urn:microsoft.com/office/officeart/2005/8/layout/default"/>
    <dgm:cxn modelId="{2BF2EE45-5322-47AC-95B9-3EB9DFB45CA2}" srcId="{51292CD9-85DC-471F-A28C-AB085F93B2B3}" destId="{9A878F49-C71C-4434-8286-DA57291A5CB1}" srcOrd="3" destOrd="0" parTransId="{03E48646-4E4E-4942-A129-505E59B5E256}" sibTransId="{BB9D0AF1-689C-4FDA-887F-0AF55AB25AF5}"/>
    <dgm:cxn modelId="{3D21895A-19D4-457D-8756-A9B9471F8A74}" srcId="{51292CD9-85DC-471F-A28C-AB085F93B2B3}" destId="{A927D997-7FAE-41DD-B73B-16F2413AC93D}" srcOrd="2" destOrd="0" parTransId="{C85F18C7-FCC4-42D0-A694-719928C375CD}" sibTransId="{94C9E422-BA24-4717-B7BF-C207CAD180FA}"/>
    <dgm:cxn modelId="{775FA1D6-450B-447E-A601-22A1BB863497}" type="presOf" srcId="{51292CD9-85DC-471F-A28C-AB085F93B2B3}" destId="{C0DFA6B5-C10B-4F8A-AB75-16694DE5D5C3}" srcOrd="0" destOrd="0" presId="urn:microsoft.com/office/officeart/2005/8/layout/default"/>
    <dgm:cxn modelId="{DA88ECDE-B607-4FDE-B069-672F951E0CE7}" srcId="{51292CD9-85DC-471F-A28C-AB085F93B2B3}" destId="{6D4FB581-C3C2-4BC2-90C7-9D0BF8E1625B}" srcOrd="1" destOrd="0" parTransId="{DE045B82-D165-4198-B1B2-EC77A24A145F}" sibTransId="{92039159-4A34-44D1-851D-CA6EAFCB34F5}"/>
    <dgm:cxn modelId="{6C7447FB-8320-44AA-A531-AA29AC57CEC8}" type="presOf" srcId="{6D4FB581-C3C2-4BC2-90C7-9D0BF8E1625B}" destId="{360CFA7A-F1ED-42A1-85A6-C3EEBBB94626}" srcOrd="0" destOrd="0" presId="urn:microsoft.com/office/officeart/2005/8/layout/default"/>
    <dgm:cxn modelId="{B35C10EC-1A5B-48B3-ABBD-AD1CF030A3F4}" type="presParOf" srcId="{C0DFA6B5-C10B-4F8A-AB75-16694DE5D5C3}" destId="{44F7079F-3852-4F06-B265-2B53D7AF5776}" srcOrd="0" destOrd="0" presId="urn:microsoft.com/office/officeart/2005/8/layout/default"/>
    <dgm:cxn modelId="{990937AC-3328-42AD-968D-462735BF5608}" type="presParOf" srcId="{C0DFA6B5-C10B-4F8A-AB75-16694DE5D5C3}" destId="{DB6757BD-FE44-4B06-94E2-A08F871B6CA6}" srcOrd="1" destOrd="0" presId="urn:microsoft.com/office/officeart/2005/8/layout/default"/>
    <dgm:cxn modelId="{7A2390F2-4B01-451B-B383-E1027EEB523E}" type="presParOf" srcId="{C0DFA6B5-C10B-4F8A-AB75-16694DE5D5C3}" destId="{360CFA7A-F1ED-42A1-85A6-C3EEBBB94626}" srcOrd="2" destOrd="0" presId="urn:microsoft.com/office/officeart/2005/8/layout/default"/>
    <dgm:cxn modelId="{C36C3F3E-19D0-42A2-93E4-BAF1AC6DE762}" type="presParOf" srcId="{C0DFA6B5-C10B-4F8A-AB75-16694DE5D5C3}" destId="{3E4CD5DE-29BD-43B8-A63B-0263231E8AB1}" srcOrd="3" destOrd="0" presId="urn:microsoft.com/office/officeart/2005/8/layout/default"/>
    <dgm:cxn modelId="{40376521-1088-426D-BE9A-BC428B0B6CE6}" type="presParOf" srcId="{C0DFA6B5-C10B-4F8A-AB75-16694DE5D5C3}" destId="{F4F0A805-46C5-4DA6-90B0-9836278CFB8E}" srcOrd="4" destOrd="0" presId="urn:microsoft.com/office/officeart/2005/8/layout/default"/>
    <dgm:cxn modelId="{E0D8FA84-61E4-4B13-8588-1F0C063B16D6}" type="presParOf" srcId="{C0DFA6B5-C10B-4F8A-AB75-16694DE5D5C3}" destId="{6C3A02D0-B5E8-492B-8BA0-4B1B4C1F70BA}" srcOrd="5" destOrd="0" presId="urn:microsoft.com/office/officeart/2005/8/layout/default"/>
    <dgm:cxn modelId="{04CF9D87-DAA3-44EF-B7BA-DEEEEAB97CFE}" type="presParOf" srcId="{C0DFA6B5-C10B-4F8A-AB75-16694DE5D5C3}" destId="{E8A42D6A-0211-432A-BEA8-0F5B00C6470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F38F03-559B-4FFC-ACF4-EC9E9DBB17F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B8176B13-55F5-4089-95CC-9FAA824C850D}">
      <dgm:prSet/>
      <dgm:spPr/>
      <dgm:t>
        <a:bodyPr/>
        <a:lstStyle/>
        <a:p>
          <a:r>
            <a:rPr lang="en-US"/>
            <a:t>Per-listing uplift: +R294.86 (June), +R282.59 (December)</a:t>
          </a:r>
        </a:p>
      </dgm:t>
    </dgm:pt>
    <dgm:pt modelId="{90EAFAD9-73DA-4CA2-A68F-A8BCBE53F78F}" type="parTrans" cxnId="{5909007A-9E8E-483B-BDAA-29CC3E815591}">
      <dgm:prSet/>
      <dgm:spPr/>
      <dgm:t>
        <a:bodyPr/>
        <a:lstStyle/>
        <a:p>
          <a:endParaRPr lang="en-US"/>
        </a:p>
      </dgm:t>
    </dgm:pt>
    <dgm:pt modelId="{83C4A33A-4CE8-44F3-B025-1BC9440036E2}" type="sibTrans" cxnId="{5909007A-9E8E-483B-BDAA-29CC3E815591}">
      <dgm:prSet/>
      <dgm:spPr/>
      <dgm:t>
        <a:bodyPr/>
        <a:lstStyle/>
        <a:p>
          <a:endParaRPr lang="en-US"/>
        </a:p>
      </dgm:t>
    </dgm:pt>
    <dgm:pt modelId="{D01BE92F-7563-464C-B2F4-AE2663CFBC17}">
      <dgm:prSet/>
      <dgm:spPr/>
      <dgm:t>
        <a:bodyPr/>
        <a:lstStyle/>
        <a:p>
          <a:r>
            <a:rPr lang="en-US"/>
            <a:t>Airbnb fee uplift at 3%: ~R8.85 and ~R8.48 per booking night</a:t>
          </a:r>
        </a:p>
      </dgm:t>
    </dgm:pt>
    <dgm:pt modelId="{7521D77D-EAE5-452E-A37E-8ECAF8A87BB7}" type="parTrans" cxnId="{B05CEAF4-2E6D-4892-B40E-E3BCF1ED30ED}">
      <dgm:prSet/>
      <dgm:spPr/>
      <dgm:t>
        <a:bodyPr/>
        <a:lstStyle/>
        <a:p>
          <a:endParaRPr lang="en-US"/>
        </a:p>
      </dgm:t>
    </dgm:pt>
    <dgm:pt modelId="{18ADEC27-8CE9-41D7-9EC6-E4EB33AA4916}" type="sibTrans" cxnId="{B05CEAF4-2E6D-4892-B40E-E3BCF1ED30ED}">
      <dgm:prSet/>
      <dgm:spPr/>
      <dgm:t>
        <a:bodyPr/>
        <a:lstStyle/>
        <a:p>
          <a:endParaRPr lang="en-US"/>
        </a:p>
      </dgm:t>
    </dgm:pt>
    <dgm:pt modelId="{4BBC103D-BEE6-4917-A955-6381957697E3}">
      <dgm:prSet/>
      <dgm:spPr/>
      <dgm:t>
        <a:bodyPr/>
        <a:lstStyle/>
        <a:p>
          <a:r>
            <a:rPr lang="en-US"/>
            <a:t>Scale across 10,000 similar listing-nights → &gt;R84k incremental fee revenue</a:t>
          </a:r>
        </a:p>
      </dgm:t>
    </dgm:pt>
    <dgm:pt modelId="{19F4F4EB-F2AA-41AA-9FB6-5EF92D338674}" type="parTrans" cxnId="{E0D2DCB8-E42C-4384-AD4A-2836129AA5F5}">
      <dgm:prSet/>
      <dgm:spPr/>
      <dgm:t>
        <a:bodyPr/>
        <a:lstStyle/>
        <a:p>
          <a:endParaRPr lang="en-US"/>
        </a:p>
      </dgm:t>
    </dgm:pt>
    <dgm:pt modelId="{297D267F-9236-495E-935B-08E400FCBE30}" type="sibTrans" cxnId="{E0D2DCB8-E42C-4384-AD4A-2836129AA5F5}">
      <dgm:prSet/>
      <dgm:spPr/>
      <dgm:t>
        <a:bodyPr/>
        <a:lstStyle/>
        <a:p>
          <a:endParaRPr lang="en-US"/>
        </a:p>
      </dgm:t>
    </dgm:pt>
    <dgm:pt modelId="{59752323-5CBF-4EA1-9582-D61CE0062082}">
      <dgm:prSet/>
      <dgm:spPr/>
      <dgm:t>
        <a:bodyPr/>
        <a:lstStyle/>
        <a:p>
          <a:r>
            <a:rPr lang="en-US"/>
            <a:t>Action: deploy Smart Pricing nudges to premium, scarce, highly-rated listings</a:t>
          </a:r>
        </a:p>
      </dgm:t>
    </dgm:pt>
    <dgm:pt modelId="{C13C694C-CB52-4B08-9707-A2E8B3A4379C}" type="parTrans" cxnId="{D93D91C7-E2D0-485D-9C4C-9164BA2BF490}">
      <dgm:prSet/>
      <dgm:spPr/>
      <dgm:t>
        <a:bodyPr/>
        <a:lstStyle/>
        <a:p>
          <a:endParaRPr lang="en-US"/>
        </a:p>
      </dgm:t>
    </dgm:pt>
    <dgm:pt modelId="{56D54C41-E93B-4A78-8ACA-0440B2A43A1F}" type="sibTrans" cxnId="{D93D91C7-E2D0-485D-9C4C-9164BA2BF490}">
      <dgm:prSet/>
      <dgm:spPr/>
      <dgm:t>
        <a:bodyPr/>
        <a:lstStyle/>
        <a:p>
          <a:endParaRPr lang="en-US"/>
        </a:p>
      </dgm:t>
    </dgm:pt>
    <dgm:pt modelId="{749D5832-97F8-43B3-82B3-CDE4ACBFB8BF}" type="pres">
      <dgm:prSet presAssocID="{ACF38F03-559B-4FFC-ACF4-EC9E9DBB17F4}" presName="root" presStyleCnt="0">
        <dgm:presLayoutVars>
          <dgm:dir/>
          <dgm:resizeHandles val="exact"/>
        </dgm:presLayoutVars>
      </dgm:prSet>
      <dgm:spPr/>
    </dgm:pt>
    <dgm:pt modelId="{2DA16475-DE56-472A-8FC0-84084F1BF89B}" type="pres">
      <dgm:prSet presAssocID="{ACF38F03-559B-4FFC-ACF4-EC9E9DBB17F4}" presName="container" presStyleCnt="0">
        <dgm:presLayoutVars>
          <dgm:dir/>
          <dgm:resizeHandles val="exact"/>
        </dgm:presLayoutVars>
      </dgm:prSet>
      <dgm:spPr/>
    </dgm:pt>
    <dgm:pt modelId="{BD7049B0-15F8-4D3C-93A7-680230C9A40A}" type="pres">
      <dgm:prSet presAssocID="{B8176B13-55F5-4089-95CC-9FAA824C850D}" presName="compNode" presStyleCnt="0"/>
      <dgm:spPr/>
    </dgm:pt>
    <dgm:pt modelId="{219D5532-E9D8-4BA5-908B-DC6EC17372C5}" type="pres">
      <dgm:prSet presAssocID="{B8176B13-55F5-4089-95CC-9FAA824C850D}" presName="iconBgRect" presStyleLbl="bgShp" presStyleIdx="0" presStyleCnt="4"/>
      <dgm:spPr/>
    </dgm:pt>
    <dgm:pt modelId="{E40064D3-2354-4C6D-BE21-18DA1C811E9E}" type="pres">
      <dgm:prSet presAssocID="{B8176B13-55F5-4089-95CC-9FAA824C850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676A7ADA-4819-40CB-ADB2-7B1AF1C31EC3}" type="pres">
      <dgm:prSet presAssocID="{B8176B13-55F5-4089-95CC-9FAA824C850D}" presName="spaceRect" presStyleCnt="0"/>
      <dgm:spPr/>
    </dgm:pt>
    <dgm:pt modelId="{2AFA6277-D65A-4982-A666-071080D0F12D}" type="pres">
      <dgm:prSet presAssocID="{B8176B13-55F5-4089-95CC-9FAA824C850D}" presName="textRect" presStyleLbl="revTx" presStyleIdx="0" presStyleCnt="4">
        <dgm:presLayoutVars>
          <dgm:chMax val="1"/>
          <dgm:chPref val="1"/>
        </dgm:presLayoutVars>
      </dgm:prSet>
      <dgm:spPr/>
    </dgm:pt>
    <dgm:pt modelId="{C4768CEB-2E7A-45EC-98FE-373B5A7206D4}" type="pres">
      <dgm:prSet presAssocID="{83C4A33A-4CE8-44F3-B025-1BC9440036E2}" presName="sibTrans" presStyleLbl="sibTrans2D1" presStyleIdx="0" presStyleCnt="0"/>
      <dgm:spPr/>
    </dgm:pt>
    <dgm:pt modelId="{C7090F1E-E028-4548-AE56-86C925ABE27E}" type="pres">
      <dgm:prSet presAssocID="{D01BE92F-7563-464C-B2F4-AE2663CFBC17}" presName="compNode" presStyleCnt="0"/>
      <dgm:spPr/>
    </dgm:pt>
    <dgm:pt modelId="{31DFEADB-9472-4C35-8598-C5741ED026FD}" type="pres">
      <dgm:prSet presAssocID="{D01BE92F-7563-464C-B2F4-AE2663CFBC17}" presName="iconBgRect" presStyleLbl="bgShp" presStyleIdx="1" presStyleCnt="4"/>
      <dgm:spPr/>
    </dgm:pt>
    <dgm:pt modelId="{28C797D0-D2B7-4BE1-AEE7-51522F827784}" type="pres">
      <dgm:prSet presAssocID="{D01BE92F-7563-464C-B2F4-AE2663CFBC1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6BFAE181-B21C-46A5-84EB-6D58E1B3E60E}" type="pres">
      <dgm:prSet presAssocID="{D01BE92F-7563-464C-B2F4-AE2663CFBC17}" presName="spaceRect" presStyleCnt="0"/>
      <dgm:spPr/>
    </dgm:pt>
    <dgm:pt modelId="{06E02F95-0E60-4ECC-B1B0-42B96705CDA2}" type="pres">
      <dgm:prSet presAssocID="{D01BE92F-7563-464C-B2F4-AE2663CFBC17}" presName="textRect" presStyleLbl="revTx" presStyleIdx="1" presStyleCnt="4">
        <dgm:presLayoutVars>
          <dgm:chMax val="1"/>
          <dgm:chPref val="1"/>
        </dgm:presLayoutVars>
      </dgm:prSet>
      <dgm:spPr/>
    </dgm:pt>
    <dgm:pt modelId="{B2B9A584-0844-4202-BDDA-EFF7A9FF4273}" type="pres">
      <dgm:prSet presAssocID="{18ADEC27-8CE9-41D7-9EC6-E4EB33AA4916}" presName="sibTrans" presStyleLbl="sibTrans2D1" presStyleIdx="0" presStyleCnt="0"/>
      <dgm:spPr/>
    </dgm:pt>
    <dgm:pt modelId="{0FE2E8B2-3FE0-47FB-9278-D21B4F62A51B}" type="pres">
      <dgm:prSet presAssocID="{4BBC103D-BEE6-4917-A955-6381957697E3}" presName="compNode" presStyleCnt="0"/>
      <dgm:spPr/>
    </dgm:pt>
    <dgm:pt modelId="{09E7CBBF-FB3B-440E-A0F8-37CDCEA56649}" type="pres">
      <dgm:prSet presAssocID="{4BBC103D-BEE6-4917-A955-6381957697E3}" presName="iconBgRect" presStyleLbl="bgShp" presStyleIdx="2" presStyleCnt="4"/>
      <dgm:spPr/>
    </dgm:pt>
    <dgm:pt modelId="{1DD2F7D2-B017-477A-9952-923AF9F8F44B}" type="pres">
      <dgm:prSet presAssocID="{4BBC103D-BEE6-4917-A955-6381957697E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leep"/>
        </a:ext>
      </dgm:extLst>
    </dgm:pt>
    <dgm:pt modelId="{B538E3C7-48C4-4B15-BF80-60EB5F584B5C}" type="pres">
      <dgm:prSet presAssocID="{4BBC103D-BEE6-4917-A955-6381957697E3}" presName="spaceRect" presStyleCnt="0"/>
      <dgm:spPr/>
    </dgm:pt>
    <dgm:pt modelId="{4C88D155-BA52-4CD1-8966-569B77C71CD0}" type="pres">
      <dgm:prSet presAssocID="{4BBC103D-BEE6-4917-A955-6381957697E3}" presName="textRect" presStyleLbl="revTx" presStyleIdx="2" presStyleCnt="4">
        <dgm:presLayoutVars>
          <dgm:chMax val="1"/>
          <dgm:chPref val="1"/>
        </dgm:presLayoutVars>
      </dgm:prSet>
      <dgm:spPr/>
    </dgm:pt>
    <dgm:pt modelId="{934F0924-63BA-4707-B0E9-503DD5AFFDC3}" type="pres">
      <dgm:prSet presAssocID="{297D267F-9236-495E-935B-08E400FCBE30}" presName="sibTrans" presStyleLbl="sibTrans2D1" presStyleIdx="0" presStyleCnt="0"/>
      <dgm:spPr/>
    </dgm:pt>
    <dgm:pt modelId="{A5B753C4-0560-4CED-A899-7CED8890687D}" type="pres">
      <dgm:prSet presAssocID="{59752323-5CBF-4EA1-9582-D61CE0062082}" presName="compNode" presStyleCnt="0"/>
      <dgm:spPr/>
    </dgm:pt>
    <dgm:pt modelId="{7C7D3825-7346-457C-BD2F-85460F2A23D4}" type="pres">
      <dgm:prSet presAssocID="{59752323-5CBF-4EA1-9582-D61CE0062082}" presName="iconBgRect" presStyleLbl="bgShp" presStyleIdx="3" presStyleCnt="4"/>
      <dgm:spPr/>
    </dgm:pt>
    <dgm:pt modelId="{A886AC2B-E2D5-4FC5-8FA6-6724033175BC}" type="pres">
      <dgm:prSet presAssocID="{59752323-5CBF-4EA1-9582-D61CE006208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ed"/>
        </a:ext>
      </dgm:extLst>
    </dgm:pt>
    <dgm:pt modelId="{8B95FCD3-6AA3-4493-907D-DDD5424F91E6}" type="pres">
      <dgm:prSet presAssocID="{59752323-5CBF-4EA1-9582-D61CE0062082}" presName="spaceRect" presStyleCnt="0"/>
      <dgm:spPr/>
    </dgm:pt>
    <dgm:pt modelId="{7CEBFC79-AA3D-4BBC-BC2D-24F3F6F5DA56}" type="pres">
      <dgm:prSet presAssocID="{59752323-5CBF-4EA1-9582-D61CE006208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8B9F62F-BCE5-4E90-90DA-06DA42BB0BAE}" type="presOf" srcId="{297D267F-9236-495E-935B-08E400FCBE30}" destId="{934F0924-63BA-4707-B0E9-503DD5AFFDC3}" srcOrd="0" destOrd="0" presId="urn:microsoft.com/office/officeart/2018/2/layout/IconCircleList"/>
    <dgm:cxn modelId="{C5F5A75F-1366-4AB6-A49F-BAF1187A9338}" type="presOf" srcId="{18ADEC27-8CE9-41D7-9EC6-E4EB33AA4916}" destId="{B2B9A584-0844-4202-BDDA-EFF7A9FF4273}" srcOrd="0" destOrd="0" presId="urn:microsoft.com/office/officeart/2018/2/layout/IconCircleList"/>
    <dgm:cxn modelId="{B35E1564-2970-44E4-84DF-4A2DDD5647A9}" type="presOf" srcId="{D01BE92F-7563-464C-B2F4-AE2663CFBC17}" destId="{06E02F95-0E60-4ECC-B1B0-42B96705CDA2}" srcOrd="0" destOrd="0" presId="urn:microsoft.com/office/officeart/2018/2/layout/IconCircleList"/>
    <dgm:cxn modelId="{7F12274B-C97F-4640-9B2D-B9A506C7B8F4}" type="presOf" srcId="{ACF38F03-559B-4FFC-ACF4-EC9E9DBB17F4}" destId="{749D5832-97F8-43B3-82B3-CDE4ACBFB8BF}" srcOrd="0" destOrd="0" presId="urn:microsoft.com/office/officeart/2018/2/layout/IconCircleList"/>
    <dgm:cxn modelId="{5909007A-9E8E-483B-BDAA-29CC3E815591}" srcId="{ACF38F03-559B-4FFC-ACF4-EC9E9DBB17F4}" destId="{B8176B13-55F5-4089-95CC-9FAA824C850D}" srcOrd="0" destOrd="0" parTransId="{90EAFAD9-73DA-4CA2-A68F-A8BCBE53F78F}" sibTransId="{83C4A33A-4CE8-44F3-B025-1BC9440036E2}"/>
    <dgm:cxn modelId="{D77C359F-01D0-4EFB-BA04-F113896054B4}" type="presOf" srcId="{B8176B13-55F5-4089-95CC-9FAA824C850D}" destId="{2AFA6277-D65A-4982-A666-071080D0F12D}" srcOrd="0" destOrd="0" presId="urn:microsoft.com/office/officeart/2018/2/layout/IconCircleList"/>
    <dgm:cxn modelId="{E0D2DCB8-E42C-4384-AD4A-2836129AA5F5}" srcId="{ACF38F03-559B-4FFC-ACF4-EC9E9DBB17F4}" destId="{4BBC103D-BEE6-4917-A955-6381957697E3}" srcOrd="2" destOrd="0" parTransId="{19F4F4EB-F2AA-41AA-9FB6-5EF92D338674}" sibTransId="{297D267F-9236-495E-935B-08E400FCBE30}"/>
    <dgm:cxn modelId="{D93D91C7-E2D0-485D-9C4C-9164BA2BF490}" srcId="{ACF38F03-559B-4FFC-ACF4-EC9E9DBB17F4}" destId="{59752323-5CBF-4EA1-9582-D61CE0062082}" srcOrd="3" destOrd="0" parTransId="{C13C694C-CB52-4B08-9707-A2E8B3A4379C}" sibTransId="{56D54C41-E93B-4A78-8ACA-0440B2A43A1F}"/>
    <dgm:cxn modelId="{9EAB2AC9-F5BE-4F4E-B20F-E4B87FA1EB40}" type="presOf" srcId="{59752323-5CBF-4EA1-9582-D61CE0062082}" destId="{7CEBFC79-AA3D-4BBC-BC2D-24F3F6F5DA56}" srcOrd="0" destOrd="0" presId="urn:microsoft.com/office/officeart/2018/2/layout/IconCircleList"/>
    <dgm:cxn modelId="{9A433DD0-685B-4EFA-A2AD-92D7245D7DF4}" type="presOf" srcId="{4BBC103D-BEE6-4917-A955-6381957697E3}" destId="{4C88D155-BA52-4CD1-8966-569B77C71CD0}" srcOrd="0" destOrd="0" presId="urn:microsoft.com/office/officeart/2018/2/layout/IconCircleList"/>
    <dgm:cxn modelId="{FC5123D3-940A-4133-9A43-A8CB193094B9}" type="presOf" srcId="{83C4A33A-4CE8-44F3-B025-1BC9440036E2}" destId="{C4768CEB-2E7A-45EC-98FE-373B5A7206D4}" srcOrd="0" destOrd="0" presId="urn:microsoft.com/office/officeart/2018/2/layout/IconCircleList"/>
    <dgm:cxn modelId="{B05CEAF4-2E6D-4892-B40E-E3BCF1ED30ED}" srcId="{ACF38F03-559B-4FFC-ACF4-EC9E9DBB17F4}" destId="{D01BE92F-7563-464C-B2F4-AE2663CFBC17}" srcOrd="1" destOrd="0" parTransId="{7521D77D-EAE5-452E-A37E-8ECAF8A87BB7}" sibTransId="{18ADEC27-8CE9-41D7-9EC6-E4EB33AA4916}"/>
    <dgm:cxn modelId="{1DBEBAAC-C9D0-4BA1-87F7-4018CAEB9D4F}" type="presParOf" srcId="{749D5832-97F8-43B3-82B3-CDE4ACBFB8BF}" destId="{2DA16475-DE56-472A-8FC0-84084F1BF89B}" srcOrd="0" destOrd="0" presId="urn:microsoft.com/office/officeart/2018/2/layout/IconCircleList"/>
    <dgm:cxn modelId="{EAB07469-7103-43FD-8988-5ADFB042F269}" type="presParOf" srcId="{2DA16475-DE56-472A-8FC0-84084F1BF89B}" destId="{BD7049B0-15F8-4D3C-93A7-680230C9A40A}" srcOrd="0" destOrd="0" presId="urn:microsoft.com/office/officeart/2018/2/layout/IconCircleList"/>
    <dgm:cxn modelId="{BA69EA8E-F0CF-4F83-B7E6-7E5AE9C102D7}" type="presParOf" srcId="{BD7049B0-15F8-4D3C-93A7-680230C9A40A}" destId="{219D5532-E9D8-4BA5-908B-DC6EC17372C5}" srcOrd="0" destOrd="0" presId="urn:microsoft.com/office/officeart/2018/2/layout/IconCircleList"/>
    <dgm:cxn modelId="{3AF5D3D8-F704-4B1E-B1B6-68004E4C03F3}" type="presParOf" srcId="{BD7049B0-15F8-4D3C-93A7-680230C9A40A}" destId="{E40064D3-2354-4C6D-BE21-18DA1C811E9E}" srcOrd="1" destOrd="0" presId="urn:microsoft.com/office/officeart/2018/2/layout/IconCircleList"/>
    <dgm:cxn modelId="{F0FB0979-C21E-49F1-8245-4BA68CD7C122}" type="presParOf" srcId="{BD7049B0-15F8-4D3C-93A7-680230C9A40A}" destId="{676A7ADA-4819-40CB-ADB2-7B1AF1C31EC3}" srcOrd="2" destOrd="0" presId="urn:microsoft.com/office/officeart/2018/2/layout/IconCircleList"/>
    <dgm:cxn modelId="{EC02671C-52C8-4F05-8606-3885F98D0F47}" type="presParOf" srcId="{BD7049B0-15F8-4D3C-93A7-680230C9A40A}" destId="{2AFA6277-D65A-4982-A666-071080D0F12D}" srcOrd="3" destOrd="0" presId="urn:microsoft.com/office/officeart/2018/2/layout/IconCircleList"/>
    <dgm:cxn modelId="{BEB270DF-FDB4-4F19-B45C-4ED26F7EF615}" type="presParOf" srcId="{2DA16475-DE56-472A-8FC0-84084F1BF89B}" destId="{C4768CEB-2E7A-45EC-98FE-373B5A7206D4}" srcOrd="1" destOrd="0" presId="urn:microsoft.com/office/officeart/2018/2/layout/IconCircleList"/>
    <dgm:cxn modelId="{D0002BD3-EE52-4007-8C0D-8031EE787D7E}" type="presParOf" srcId="{2DA16475-DE56-472A-8FC0-84084F1BF89B}" destId="{C7090F1E-E028-4548-AE56-86C925ABE27E}" srcOrd="2" destOrd="0" presId="urn:microsoft.com/office/officeart/2018/2/layout/IconCircleList"/>
    <dgm:cxn modelId="{1EE3A241-BFEB-49C6-A524-BEA6A9C2EAB0}" type="presParOf" srcId="{C7090F1E-E028-4548-AE56-86C925ABE27E}" destId="{31DFEADB-9472-4C35-8598-C5741ED026FD}" srcOrd="0" destOrd="0" presId="urn:microsoft.com/office/officeart/2018/2/layout/IconCircleList"/>
    <dgm:cxn modelId="{368A37F0-71D1-470F-85BC-A4AD85BA3444}" type="presParOf" srcId="{C7090F1E-E028-4548-AE56-86C925ABE27E}" destId="{28C797D0-D2B7-4BE1-AEE7-51522F827784}" srcOrd="1" destOrd="0" presId="urn:microsoft.com/office/officeart/2018/2/layout/IconCircleList"/>
    <dgm:cxn modelId="{9A26A1CA-312E-4E5A-9A8C-847691BF2230}" type="presParOf" srcId="{C7090F1E-E028-4548-AE56-86C925ABE27E}" destId="{6BFAE181-B21C-46A5-84EB-6D58E1B3E60E}" srcOrd="2" destOrd="0" presId="urn:microsoft.com/office/officeart/2018/2/layout/IconCircleList"/>
    <dgm:cxn modelId="{B5A37872-E14C-4E58-8A9E-7674D2206274}" type="presParOf" srcId="{C7090F1E-E028-4548-AE56-86C925ABE27E}" destId="{06E02F95-0E60-4ECC-B1B0-42B96705CDA2}" srcOrd="3" destOrd="0" presId="urn:microsoft.com/office/officeart/2018/2/layout/IconCircleList"/>
    <dgm:cxn modelId="{DA3A99CE-B7E3-4CAC-B5C5-AE703F04CE5F}" type="presParOf" srcId="{2DA16475-DE56-472A-8FC0-84084F1BF89B}" destId="{B2B9A584-0844-4202-BDDA-EFF7A9FF4273}" srcOrd="3" destOrd="0" presId="urn:microsoft.com/office/officeart/2018/2/layout/IconCircleList"/>
    <dgm:cxn modelId="{2348F14D-0424-4E51-959E-1B1E406705EC}" type="presParOf" srcId="{2DA16475-DE56-472A-8FC0-84084F1BF89B}" destId="{0FE2E8B2-3FE0-47FB-9278-D21B4F62A51B}" srcOrd="4" destOrd="0" presId="urn:microsoft.com/office/officeart/2018/2/layout/IconCircleList"/>
    <dgm:cxn modelId="{E67F22AE-DD87-46CB-B59D-9F0A97E38413}" type="presParOf" srcId="{0FE2E8B2-3FE0-47FB-9278-D21B4F62A51B}" destId="{09E7CBBF-FB3B-440E-A0F8-37CDCEA56649}" srcOrd="0" destOrd="0" presId="urn:microsoft.com/office/officeart/2018/2/layout/IconCircleList"/>
    <dgm:cxn modelId="{99FEF4DE-763D-49F5-8D34-2AF40EDF9C6C}" type="presParOf" srcId="{0FE2E8B2-3FE0-47FB-9278-D21B4F62A51B}" destId="{1DD2F7D2-B017-477A-9952-923AF9F8F44B}" srcOrd="1" destOrd="0" presId="urn:microsoft.com/office/officeart/2018/2/layout/IconCircleList"/>
    <dgm:cxn modelId="{6B0C70AC-3BF9-43A3-8B9B-DD938090B200}" type="presParOf" srcId="{0FE2E8B2-3FE0-47FB-9278-D21B4F62A51B}" destId="{B538E3C7-48C4-4B15-BF80-60EB5F584B5C}" srcOrd="2" destOrd="0" presId="urn:microsoft.com/office/officeart/2018/2/layout/IconCircleList"/>
    <dgm:cxn modelId="{4DAC3CE8-E82D-4933-BF7C-9D9C431BDE3E}" type="presParOf" srcId="{0FE2E8B2-3FE0-47FB-9278-D21B4F62A51B}" destId="{4C88D155-BA52-4CD1-8966-569B77C71CD0}" srcOrd="3" destOrd="0" presId="urn:microsoft.com/office/officeart/2018/2/layout/IconCircleList"/>
    <dgm:cxn modelId="{1097060D-1BDD-42E8-8A42-BCE2D36C660D}" type="presParOf" srcId="{2DA16475-DE56-472A-8FC0-84084F1BF89B}" destId="{934F0924-63BA-4707-B0E9-503DD5AFFDC3}" srcOrd="5" destOrd="0" presId="urn:microsoft.com/office/officeart/2018/2/layout/IconCircleList"/>
    <dgm:cxn modelId="{55068D54-0711-4A10-A6AF-77FCC13C9D81}" type="presParOf" srcId="{2DA16475-DE56-472A-8FC0-84084F1BF89B}" destId="{A5B753C4-0560-4CED-A899-7CED8890687D}" srcOrd="6" destOrd="0" presId="urn:microsoft.com/office/officeart/2018/2/layout/IconCircleList"/>
    <dgm:cxn modelId="{4044881C-B1FB-4C58-8EBA-629EAF9CA713}" type="presParOf" srcId="{A5B753C4-0560-4CED-A899-7CED8890687D}" destId="{7C7D3825-7346-457C-BD2F-85460F2A23D4}" srcOrd="0" destOrd="0" presId="urn:microsoft.com/office/officeart/2018/2/layout/IconCircleList"/>
    <dgm:cxn modelId="{5EF49457-CC56-468C-A5E7-630069BDBBA3}" type="presParOf" srcId="{A5B753C4-0560-4CED-A899-7CED8890687D}" destId="{A886AC2B-E2D5-4FC5-8FA6-6724033175BC}" srcOrd="1" destOrd="0" presId="urn:microsoft.com/office/officeart/2018/2/layout/IconCircleList"/>
    <dgm:cxn modelId="{07B1FDFD-C432-463B-B963-95E4FFF98462}" type="presParOf" srcId="{A5B753C4-0560-4CED-A899-7CED8890687D}" destId="{8B95FCD3-6AA3-4493-907D-DDD5424F91E6}" srcOrd="2" destOrd="0" presId="urn:microsoft.com/office/officeart/2018/2/layout/IconCircleList"/>
    <dgm:cxn modelId="{EC25482B-F343-44CD-82D0-E8119B022527}" type="presParOf" srcId="{A5B753C4-0560-4CED-A899-7CED8890687D}" destId="{7CEBFC79-AA3D-4BBC-BC2D-24F3F6F5DA56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44C81E-A205-4801-9607-E344689F8D9F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966EDB-C12B-45E4-A60D-4DBB22F5FE80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C4F5A6-A5C3-4634-A677-B0473F8315E6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Random Forest model</a:t>
          </a:r>
        </a:p>
      </dsp:txBody>
      <dsp:txXfrm>
        <a:off x="1428292" y="2439"/>
        <a:ext cx="3297908" cy="1236616"/>
      </dsp:txXfrm>
    </dsp:sp>
    <dsp:sp modelId="{10B9C53C-E93E-419D-9FB0-29605F50492A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D0EDF5-3781-4CAE-A4CD-6A5BC0774C92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570F52-F7FF-4AD5-853E-4209677F3FB6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Inputs: price, location, seasonality</a:t>
          </a:r>
        </a:p>
      </dsp:txBody>
      <dsp:txXfrm>
        <a:off x="1428292" y="1548210"/>
        <a:ext cx="3297908" cy="1236616"/>
      </dsp:txXfrm>
    </dsp:sp>
    <dsp:sp modelId="{4C208C88-8D88-4899-AA38-3B8A250AAE10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1A681F-AB3C-4A2A-9AC0-4AE0A6B7D67C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EE0B9-2C72-4379-A8BD-ECAE212456EA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Output: probability of booking</a:t>
          </a:r>
        </a:p>
      </dsp:txBody>
      <dsp:txXfrm>
        <a:off x="1428292" y="3093981"/>
        <a:ext cx="3297908" cy="1236616"/>
      </dsp:txXfrm>
    </dsp:sp>
    <dsp:sp modelId="{16D233DC-C4BD-47D9-8F80-4686BCE4E003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6EFFEA-348E-447D-A1F0-561447E2D379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0159C5-24EE-474E-9661-B7D05CDA19C2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Captures non-linear demand patterns</a:t>
          </a:r>
        </a:p>
      </dsp:txBody>
      <dsp:txXfrm>
        <a:off x="1428292" y="4639752"/>
        <a:ext cx="3297908" cy="1236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616BA3-0260-4694-A744-D69C104DAE98}">
      <dsp:nvSpPr>
        <dsp:cNvPr id="0" name=""/>
        <dsp:cNvSpPr/>
      </dsp:nvSpPr>
      <dsp:spPr>
        <a:xfrm>
          <a:off x="0" y="30"/>
          <a:ext cx="5175384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Simulates multiple price points</a:t>
          </a:r>
        </a:p>
      </dsp:txBody>
      <dsp:txXfrm>
        <a:off x="64083" y="64113"/>
        <a:ext cx="5047218" cy="1184574"/>
      </dsp:txXfrm>
    </dsp:sp>
    <dsp:sp modelId="{FF65B914-6824-4E08-B31A-8E34835A96A0}">
      <dsp:nvSpPr>
        <dsp:cNvPr id="0" name=""/>
        <dsp:cNvSpPr/>
      </dsp:nvSpPr>
      <dsp:spPr>
        <a:xfrm>
          <a:off x="0" y="1407810"/>
          <a:ext cx="5175384" cy="131274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Predicts booking probability at each price</a:t>
          </a:r>
        </a:p>
      </dsp:txBody>
      <dsp:txXfrm>
        <a:off x="64083" y="1471893"/>
        <a:ext cx="5047218" cy="1184574"/>
      </dsp:txXfrm>
    </dsp:sp>
    <dsp:sp modelId="{450A76CB-2357-4848-AA6A-C9D485A94073}">
      <dsp:nvSpPr>
        <dsp:cNvPr id="0" name=""/>
        <dsp:cNvSpPr/>
      </dsp:nvSpPr>
      <dsp:spPr>
        <a:xfrm>
          <a:off x="0" y="2815590"/>
          <a:ext cx="5175384" cy="131274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Computes expected revenue</a:t>
          </a:r>
        </a:p>
      </dsp:txBody>
      <dsp:txXfrm>
        <a:off x="64083" y="2879673"/>
        <a:ext cx="5047218" cy="1184574"/>
      </dsp:txXfrm>
    </dsp:sp>
    <dsp:sp modelId="{EEE672AB-265C-43F2-83ED-C0171FB21732}">
      <dsp:nvSpPr>
        <dsp:cNvPr id="0" name=""/>
        <dsp:cNvSpPr/>
      </dsp:nvSpPr>
      <dsp:spPr>
        <a:xfrm>
          <a:off x="0" y="4223370"/>
          <a:ext cx="5175384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Selects price that maximizes revenue</a:t>
          </a:r>
        </a:p>
      </dsp:txBody>
      <dsp:txXfrm>
        <a:off x="64083" y="4287453"/>
        <a:ext cx="5047218" cy="118457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511EE-340F-4D51-ABE1-ECCD9B5F45C3}">
      <dsp:nvSpPr>
        <dsp:cNvPr id="0" name=""/>
        <dsp:cNvSpPr/>
      </dsp:nvSpPr>
      <dsp:spPr>
        <a:xfrm>
          <a:off x="0" y="989808"/>
          <a:ext cx="431031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CA2B13-5316-43E6-BB9E-CDFACC90951C}">
      <dsp:nvSpPr>
        <dsp:cNvPr id="0" name=""/>
        <dsp:cNvSpPr/>
      </dsp:nvSpPr>
      <dsp:spPr>
        <a:xfrm>
          <a:off x="215515" y="694608"/>
          <a:ext cx="3017219" cy="5904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44" tIns="0" rIns="11404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Input: new listing features</a:t>
          </a:r>
        </a:p>
      </dsp:txBody>
      <dsp:txXfrm>
        <a:off x="244336" y="723429"/>
        <a:ext cx="2959577" cy="532758"/>
      </dsp:txXfrm>
    </dsp:sp>
    <dsp:sp modelId="{68384F75-6109-48BB-9F0F-2A42938494BE}">
      <dsp:nvSpPr>
        <dsp:cNvPr id="0" name=""/>
        <dsp:cNvSpPr/>
      </dsp:nvSpPr>
      <dsp:spPr>
        <a:xfrm>
          <a:off x="0" y="1897008"/>
          <a:ext cx="4310314" cy="50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84569A-65B7-4D2D-A3C0-8CD7D753BF14}">
      <dsp:nvSpPr>
        <dsp:cNvPr id="0" name=""/>
        <dsp:cNvSpPr/>
      </dsp:nvSpPr>
      <dsp:spPr>
        <a:xfrm>
          <a:off x="215515" y="1601808"/>
          <a:ext cx="3017219" cy="59040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44" tIns="0" rIns="11404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Apply trained model</a:t>
          </a:r>
        </a:p>
      </dsp:txBody>
      <dsp:txXfrm>
        <a:off x="244336" y="1630629"/>
        <a:ext cx="2959577" cy="532758"/>
      </dsp:txXfrm>
    </dsp:sp>
    <dsp:sp modelId="{F299D6B0-92F2-4F22-9382-6F667052C678}">
      <dsp:nvSpPr>
        <dsp:cNvPr id="0" name=""/>
        <dsp:cNvSpPr/>
      </dsp:nvSpPr>
      <dsp:spPr>
        <a:xfrm>
          <a:off x="0" y="2804209"/>
          <a:ext cx="4310314" cy="144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528" tIns="416560" rIns="334528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000" kern="1200" dirty="0"/>
            <a:t> </a:t>
          </a:r>
          <a:r>
            <a:rPr lang="en-US" sz="2000" kern="1200" dirty="0"/>
            <a:t>optimal price + expected revenue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SG" sz="2000" kern="1200" dirty="0"/>
            <a:t> expected revenue curve</a:t>
          </a:r>
          <a:endParaRPr lang="en-US" sz="2000" kern="1200" dirty="0"/>
        </a:p>
      </dsp:txBody>
      <dsp:txXfrm>
        <a:off x="0" y="2804209"/>
        <a:ext cx="4310314" cy="1449000"/>
      </dsp:txXfrm>
    </dsp:sp>
    <dsp:sp modelId="{FAB0D082-3360-4426-A1BF-EA9E859597C4}">
      <dsp:nvSpPr>
        <dsp:cNvPr id="0" name=""/>
        <dsp:cNvSpPr/>
      </dsp:nvSpPr>
      <dsp:spPr>
        <a:xfrm>
          <a:off x="215515" y="2509008"/>
          <a:ext cx="3017219" cy="5904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044" tIns="0" rIns="11404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Output: </a:t>
          </a:r>
        </a:p>
      </dsp:txBody>
      <dsp:txXfrm>
        <a:off x="244336" y="2537829"/>
        <a:ext cx="2959577" cy="5327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F7079F-3852-4F06-B265-2B53D7AF5776}">
      <dsp:nvSpPr>
        <dsp:cNvPr id="0" name=""/>
        <dsp:cNvSpPr/>
      </dsp:nvSpPr>
      <dsp:spPr>
        <a:xfrm>
          <a:off x="757092" y="1992"/>
          <a:ext cx="3034531" cy="182071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Static price on both dates: R1200</a:t>
          </a:r>
        </a:p>
      </dsp:txBody>
      <dsp:txXfrm>
        <a:off x="757092" y="1992"/>
        <a:ext cx="3034531" cy="1820718"/>
      </dsp:txXfrm>
    </dsp:sp>
    <dsp:sp modelId="{360CFA7A-F1ED-42A1-85A6-C3EEBBB94626}">
      <dsp:nvSpPr>
        <dsp:cNvPr id="0" name=""/>
        <dsp:cNvSpPr/>
      </dsp:nvSpPr>
      <dsp:spPr>
        <a:xfrm>
          <a:off x="4095076" y="1992"/>
          <a:ext cx="3034531" cy="1820718"/>
        </a:xfrm>
        <a:prstGeom prst="rect">
          <a:avLst/>
        </a:prstGeom>
        <a:solidFill>
          <a:schemeClr val="accent5">
            <a:hueOff val="-3311292"/>
            <a:satOff val="13270"/>
            <a:lumOff val="287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June dynamic: R2400 → expected revenue R589.82 vs static R294.96</a:t>
          </a:r>
        </a:p>
      </dsp:txBody>
      <dsp:txXfrm>
        <a:off x="4095076" y="1992"/>
        <a:ext cx="3034531" cy="1820718"/>
      </dsp:txXfrm>
    </dsp:sp>
    <dsp:sp modelId="{F4F0A805-46C5-4DA6-90B0-9836278CFB8E}">
      <dsp:nvSpPr>
        <dsp:cNvPr id="0" name=""/>
        <dsp:cNvSpPr/>
      </dsp:nvSpPr>
      <dsp:spPr>
        <a:xfrm>
          <a:off x="757092" y="2126164"/>
          <a:ext cx="3034531" cy="1820718"/>
        </a:xfrm>
        <a:prstGeom prst="rect">
          <a:avLst/>
        </a:prstGeom>
        <a:solidFill>
          <a:schemeClr val="accent5">
            <a:hueOff val="-6622584"/>
            <a:satOff val="26541"/>
            <a:lumOff val="575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December dynamic: R1900 → expected revenue R767.03 vs static R484.44</a:t>
          </a:r>
        </a:p>
      </dsp:txBody>
      <dsp:txXfrm>
        <a:off x="757092" y="2126164"/>
        <a:ext cx="3034531" cy="1820718"/>
      </dsp:txXfrm>
    </dsp:sp>
    <dsp:sp modelId="{E8A42D6A-0211-432A-BEA8-0F5B00C64704}">
      <dsp:nvSpPr>
        <dsp:cNvPr id="0" name=""/>
        <dsp:cNvSpPr/>
      </dsp:nvSpPr>
      <dsp:spPr>
        <a:xfrm>
          <a:off x="4095076" y="2126164"/>
          <a:ext cx="3034531" cy="1820718"/>
        </a:xfrm>
        <a:prstGeom prst="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Key insight: same listing requires different strategies by date-level elasticity</a:t>
          </a:r>
        </a:p>
      </dsp:txBody>
      <dsp:txXfrm>
        <a:off x="4095076" y="2126164"/>
        <a:ext cx="3034531" cy="182071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D5532-E9D8-4BA5-908B-DC6EC17372C5}">
      <dsp:nvSpPr>
        <dsp:cNvPr id="0" name=""/>
        <dsp:cNvSpPr/>
      </dsp:nvSpPr>
      <dsp:spPr>
        <a:xfrm>
          <a:off x="145153" y="633114"/>
          <a:ext cx="1005669" cy="100566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0064D3-2354-4C6D-BE21-18DA1C811E9E}">
      <dsp:nvSpPr>
        <dsp:cNvPr id="0" name=""/>
        <dsp:cNvSpPr/>
      </dsp:nvSpPr>
      <dsp:spPr>
        <a:xfrm>
          <a:off x="356344" y="844305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FA6277-D65A-4982-A666-071080D0F12D}">
      <dsp:nvSpPr>
        <dsp:cNvPr id="0" name=""/>
        <dsp:cNvSpPr/>
      </dsp:nvSpPr>
      <dsp:spPr>
        <a:xfrm>
          <a:off x="1366323" y="63311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Per-listing uplift: +R294.86 (June), +R282.59 (December)</a:t>
          </a:r>
        </a:p>
      </dsp:txBody>
      <dsp:txXfrm>
        <a:off x="1366323" y="633114"/>
        <a:ext cx="2370505" cy="1005669"/>
      </dsp:txXfrm>
    </dsp:sp>
    <dsp:sp modelId="{31DFEADB-9472-4C35-8598-C5741ED026FD}">
      <dsp:nvSpPr>
        <dsp:cNvPr id="0" name=""/>
        <dsp:cNvSpPr/>
      </dsp:nvSpPr>
      <dsp:spPr>
        <a:xfrm>
          <a:off x="4149871" y="633114"/>
          <a:ext cx="1005669" cy="100566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C797D0-D2B7-4BE1-AEE7-51522F827784}">
      <dsp:nvSpPr>
        <dsp:cNvPr id="0" name=""/>
        <dsp:cNvSpPr/>
      </dsp:nvSpPr>
      <dsp:spPr>
        <a:xfrm>
          <a:off x="4361061" y="844305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E02F95-0E60-4ECC-B1B0-42B96705CDA2}">
      <dsp:nvSpPr>
        <dsp:cNvPr id="0" name=""/>
        <dsp:cNvSpPr/>
      </dsp:nvSpPr>
      <dsp:spPr>
        <a:xfrm>
          <a:off x="5371040" y="633114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Airbnb fee uplift at 3%: ~R8.85 and ~R8.48 per booking night</a:t>
          </a:r>
        </a:p>
      </dsp:txBody>
      <dsp:txXfrm>
        <a:off x="5371040" y="633114"/>
        <a:ext cx="2370505" cy="1005669"/>
      </dsp:txXfrm>
    </dsp:sp>
    <dsp:sp modelId="{09E7CBBF-FB3B-440E-A0F8-37CDCEA56649}">
      <dsp:nvSpPr>
        <dsp:cNvPr id="0" name=""/>
        <dsp:cNvSpPr/>
      </dsp:nvSpPr>
      <dsp:spPr>
        <a:xfrm>
          <a:off x="145153" y="2310092"/>
          <a:ext cx="1005669" cy="100566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D2F7D2-B017-477A-9952-923AF9F8F44B}">
      <dsp:nvSpPr>
        <dsp:cNvPr id="0" name=""/>
        <dsp:cNvSpPr/>
      </dsp:nvSpPr>
      <dsp:spPr>
        <a:xfrm>
          <a:off x="356344" y="2521282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88D155-BA52-4CD1-8966-569B77C71CD0}">
      <dsp:nvSpPr>
        <dsp:cNvPr id="0" name=""/>
        <dsp:cNvSpPr/>
      </dsp:nvSpPr>
      <dsp:spPr>
        <a:xfrm>
          <a:off x="1366323" y="231009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Scale across 10,000 similar listing-nights → &gt;R84k incremental fee revenue</a:t>
          </a:r>
        </a:p>
      </dsp:txBody>
      <dsp:txXfrm>
        <a:off x="1366323" y="2310092"/>
        <a:ext cx="2370505" cy="1005669"/>
      </dsp:txXfrm>
    </dsp:sp>
    <dsp:sp modelId="{7C7D3825-7346-457C-BD2F-85460F2A23D4}">
      <dsp:nvSpPr>
        <dsp:cNvPr id="0" name=""/>
        <dsp:cNvSpPr/>
      </dsp:nvSpPr>
      <dsp:spPr>
        <a:xfrm>
          <a:off x="4149871" y="2310092"/>
          <a:ext cx="1005669" cy="100566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6AC2B-E2D5-4FC5-8FA6-6724033175BC}">
      <dsp:nvSpPr>
        <dsp:cNvPr id="0" name=""/>
        <dsp:cNvSpPr/>
      </dsp:nvSpPr>
      <dsp:spPr>
        <a:xfrm>
          <a:off x="4361061" y="2521282"/>
          <a:ext cx="583288" cy="58328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EBFC79-AA3D-4BBC-BC2D-24F3F6F5DA56}">
      <dsp:nvSpPr>
        <dsp:cNvPr id="0" name=""/>
        <dsp:cNvSpPr/>
      </dsp:nvSpPr>
      <dsp:spPr>
        <a:xfrm>
          <a:off x="5371040" y="2310092"/>
          <a:ext cx="2370505" cy="100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Action: deploy Smart Pricing nudges to premium, scarce, highly-rated listings</a:t>
          </a:r>
        </a:p>
      </dsp:txBody>
      <dsp:txXfrm>
        <a:off x="5371040" y="2310092"/>
        <a:ext cx="2370505" cy="100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CF15D7-BC7F-402C-97EF-95DCC6D21766}" type="datetimeFigureOut">
              <a:rPr lang="en-SG" smtClean="0"/>
              <a:t>2/4/2026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1BF4C7-D5A0-46AC-B89C-5E9B48B3D64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261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BF4C7-D5A0-46AC-B89C-5E9B48B3D640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39337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BF4C7-D5A0-46AC-B89C-5E9B48B3D640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00099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BF4C7-D5A0-46AC-B89C-5E9B48B3D640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26428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BF4C7-D5A0-46AC-B89C-5E9B48B3D640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73580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BF4C7-D5A0-46AC-B89C-5E9B48B3D640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6183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1BF4C7-D5A0-46AC-B89C-5E9B48B3D640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699147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SG" sz="3500"/>
              <a:t>How the Pricing Engine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SG" sz="1700"/>
              <a:t>Booking probability</a:t>
            </a:r>
          </a:p>
          <a:p>
            <a:r>
              <a:rPr lang="en-SG" sz="1700"/>
              <a:t>Price optimization function</a:t>
            </a:r>
          </a:p>
          <a:p>
            <a:r>
              <a:rPr lang="en-SG" sz="1700"/>
              <a:t>Revenue estimation for new listings</a:t>
            </a:r>
          </a:p>
          <a:p>
            <a:r>
              <a:rPr lang="en-SG" sz="1700"/>
              <a:t>Expected revenue curve</a:t>
            </a:r>
          </a:p>
        </p:txBody>
      </p:sp>
      <p:pic>
        <p:nvPicPr>
          <p:cNvPr id="5" name="Picture 4" descr="Digital financial graph">
            <a:extLst>
              <a:ext uri="{FF2B5EF4-FFF2-40B4-BE49-F238E27FC236}">
                <a16:creationId xmlns:a16="http://schemas.microsoft.com/office/drawing/2014/main" id="{C30DD429-3E11-8F7E-BAA6-E3B0C2FA77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872" r="2358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SG" sz="3700" dirty="0">
                <a:solidFill>
                  <a:schemeClr val="bg1"/>
                </a:solidFill>
              </a:rPr>
              <a:t>Booking Probability Model</a:t>
            </a:r>
          </a:p>
        </p:txBody>
      </p:sp>
      <p:grpSp>
        <p:nvGrpSpPr>
          <p:cNvPr id="37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6" name="Content Placeholder 2">
            <a:extLst>
              <a:ext uri="{FF2B5EF4-FFF2-40B4-BE49-F238E27FC236}">
                <a16:creationId xmlns:a16="http://schemas.microsoft.com/office/drawing/2014/main" id="{C6A24963-FF8B-B5CE-416D-C28BCF8874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217223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SG" sz="3300"/>
              <a:t>Price Optimization Function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197DF4-DB2F-7480-7BF8-670F6E8979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363959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39C83B4-CCB6-412E-B7FF-BA0CF31B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BA989C-D286-48D4-B3F1-84F3CBF09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1541007"/>
            <a:ext cx="2551176" cy="3775985"/>
          </a:xfrm>
        </p:spPr>
        <p:txBody>
          <a:bodyPr>
            <a:normAutofit/>
          </a:bodyPr>
          <a:lstStyle/>
          <a:p>
            <a:r>
              <a:rPr lang="en-SG" sz="3500">
                <a:solidFill>
                  <a:schemeClr val="tx2"/>
                </a:solidFill>
              </a:rPr>
              <a:t>Revenue Prediction for New Listings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8925B56-689F-4DFB-8FD0-9BB9D8DE8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84620" cy="2385844"/>
            <a:chOff x="-305" y="-1"/>
            <a:chExt cx="3832880" cy="2876136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9233DCD-C902-4E2F-ABB5-F2498FBB5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25B7C80-EAF5-443A-8461-946150B5C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68CD3602-8169-45DE-B122-457CF0F102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73D416A-6D94-4560-9975-67C1FD20E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7EE5FDC-1EEC-4871-BD9E-EF321D5F8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7089990" y="4487852"/>
            <a:ext cx="2060515" cy="2375262"/>
            <a:chOff x="-305" y="-4155"/>
            <a:chExt cx="2514948" cy="2174333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DE1D26D-7254-43D9-9405-A77E66782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58F69F4-6E29-4950-A92E-ADD768EC8B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A0AEE0D-D2B5-4616-8383-D61A58F06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EA69949-F890-4A2C-84CB-7F0EAF6BD2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08D845-539B-ED0A-3A5A-C5E34A7DEA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0193749"/>
              </p:ext>
            </p:extLst>
          </p:nvPr>
        </p:nvGraphicFramePr>
        <p:xfrm>
          <a:off x="4231210" y="955653"/>
          <a:ext cx="4310314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7551" y="3985"/>
            <a:ext cx="7329573" cy="6858000"/>
            <a:chOff x="1303402" y="3985"/>
            <a:chExt cx="9772765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91E1B6C-8379-2D6A-FE8C-998BC08FD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1796" y="1764407"/>
            <a:ext cx="4320635" cy="23103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78308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160" y="96664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Off-peak Scenario: 2026-06-24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cae425b-60a6-4df1-af90-d55c13b87b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60" y="1109786"/>
            <a:ext cx="8491519" cy="5651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00500"/>
            <a:ext cx="8229600" cy="1046162"/>
          </a:xfrm>
        </p:spPr>
        <p:txBody>
          <a:bodyPr/>
          <a:lstStyle/>
          <a:p>
            <a:r>
              <a:rPr dirty="0"/>
              <a:t>Peak </a:t>
            </a:r>
            <a:r>
              <a:rPr lang="en-SG" dirty="0"/>
              <a:t>S</a:t>
            </a:r>
            <a:r>
              <a:rPr dirty="0" err="1"/>
              <a:t>eason</a:t>
            </a:r>
            <a:r>
              <a:rPr dirty="0"/>
              <a:t> </a:t>
            </a:r>
            <a:r>
              <a:rPr lang="en-SG" dirty="0"/>
              <a:t>S</a:t>
            </a:r>
            <a:r>
              <a:rPr dirty="0" err="1"/>
              <a:t>cenario</a:t>
            </a:r>
            <a:r>
              <a:rPr dirty="0"/>
              <a:t>: 2026-12-24</a:t>
            </a:r>
          </a:p>
        </p:txBody>
      </p:sp>
      <p:pic>
        <p:nvPicPr>
          <p:cNvPr id="3" name="Picture 2" descr="ae1fff91-9ac9-48e0-8732-060a190f83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53" y="886190"/>
            <a:ext cx="8906765" cy="58897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C0108-5525-E999-1FC3-06474C31A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SG" sz="3100" dirty="0"/>
              <a:t>Listing 231402 Feature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7BCE0E-DD9B-3427-22BA-0B474C6598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86" b="19913"/>
          <a:stretch>
            <a:fillRect/>
          </a:stretch>
        </p:blipFill>
        <p:spPr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21376-CF7A-8563-761E-A73554401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SG" sz="1400" b="1"/>
              <a:t>Braeside House Loft Apartment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SG" sz="1400"/>
              <a:t>Core property profile</a:t>
            </a:r>
          </a:p>
          <a:p>
            <a:pPr>
              <a:lnSpc>
                <a:spcPct val="90000"/>
              </a:lnSpc>
            </a:pPr>
            <a:r>
              <a:rPr lang="en-SG" sz="1400"/>
              <a:t>Property type: Entire loft </a:t>
            </a:r>
          </a:p>
          <a:p>
            <a:pPr>
              <a:lnSpc>
                <a:spcPct val="90000"/>
              </a:lnSpc>
            </a:pPr>
            <a:r>
              <a:rPr lang="en-SG" sz="1400"/>
              <a:t>Room type: Entire home</a:t>
            </a:r>
          </a:p>
          <a:p>
            <a:pPr>
              <a:lnSpc>
                <a:spcPct val="90000"/>
              </a:lnSpc>
            </a:pPr>
            <a:r>
              <a:rPr lang="en-SG" sz="1400"/>
              <a:t>Accommodates: 4 guests </a:t>
            </a:r>
          </a:p>
          <a:p>
            <a:pPr>
              <a:lnSpc>
                <a:spcPct val="90000"/>
              </a:lnSpc>
            </a:pPr>
            <a:r>
              <a:rPr lang="en-SG" sz="1400"/>
              <a:t>Beds: 3 </a:t>
            </a:r>
          </a:p>
          <a:p>
            <a:pPr>
              <a:lnSpc>
                <a:spcPct val="90000"/>
              </a:lnSpc>
            </a:pPr>
            <a:r>
              <a:rPr lang="en-SG" sz="1400"/>
              <a:t>Bathrooms: 1 bath </a:t>
            </a:r>
          </a:p>
          <a:p>
            <a:pPr>
              <a:lnSpc>
                <a:spcPct val="90000"/>
              </a:lnSpc>
            </a:pPr>
            <a:r>
              <a:rPr lang="en-SG" sz="1400"/>
              <a:t>Review score: 4.86</a:t>
            </a:r>
          </a:p>
          <a:p>
            <a:pPr>
              <a:lnSpc>
                <a:spcPct val="90000"/>
              </a:lnSpc>
            </a:pPr>
            <a:r>
              <a:rPr lang="en-SG" sz="1400"/>
              <a:t>Neighbourhood: Ward 115 </a:t>
            </a:r>
          </a:p>
          <a:p>
            <a:pPr>
              <a:lnSpc>
                <a:spcPct val="90000"/>
              </a:lnSpc>
            </a:pPr>
            <a:r>
              <a:rPr lang="en-SG" sz="1400"/>
              <a:t>Coordinates: Cape Town City Centre / Atlantic Seaboard zone</a:t>
            </a:r>
          </a:p>
        </p:txBody>
      </p:sp>
    </p:spTree>
    <p:extLst>
      <p:ext uri="{BB962C8B-B14F-4D97-AF65-F5344CB8AC3E}">
        <p14:creationId xmlns:p14="http://schemas.microsoft.com/office/powerpoint/2010/main" val="621053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SG" sz="4300"/>
              <a:t>Static vs dynamic pricing outcome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E4301D-BF9A-0392-1CFC-935BE7B5083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183624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SG" sz="4700"/>
              <a:t>Business Implications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1865313"/>
            <a:ext cx="7818120" cy="18288"/>
          </a:xfrm>
          <a:custGeom>
            <a:avLst/>
            <a:gdLst>
              <a:gd name="csX0" fmla="*/ 0 w 7818120"/>
              <a:gd name="csY0" fmla="*/ 0 h 18288"/>
              <a:gd name="csX1" fmla="*/ 416966 w 7818120"/>
              <a:gd name="csY1" fmla="*/ 0 h 18288"/>
              <a:gd name="csX2" fmla="*/ 1146658 w 7818120"/>
              <a:gd name="csY2" fmla="*/ 0 h 18288"/>
              <a:gd name="csX3" fmla="*/ 1563624 w 7818120"/>
              <a:gd name="csY3" fmla="*/ 0 h 18288"/>
              <a:gd name="csX4" fmla="*/ 2136953 w 7818120"/>
              <a:gd name="csY4" fmla="*/ 0 h 18288"/>
              <a:gd name="csX5" fmla="*/ 2944825 w 7818120"/>
              <a:gd name="csY5" fmla="*/ 0 h 18288"/>
              <a:gd name="csX6" fmla="*/ 3596335 w 7818120"/>
              <a:gd name="csY6" fmla="*/ 0 h 18288"/>
              <a:gd name="csX7" fmla="*/ 4326026 w 7818120"/>
              <a:gd name="csY7" fmla="*/ 0 h 18288"/>
              <a:gd name="csX8" fmla="*/ 4899355 w 7818120"/>
              <a:gd name="csY8" fmla="*/ 0 h 18288"/>
              <a:gd name="csX9" fmla="*/ 5550865 w 7818120"/>
              <a:gd name="csY9" fmla="*/ 0 h 18288"/>
              <a:gd name="csX10" fmla="*/ 6358738 w 7818120"/>
              <a:gd name="csY10" fmla="*/ 0 h 18288"/>
              <a:gd name="csX11" fmla="*/ 6853885 w 7818120"/>
              <a:gd name="csY11" fmla="*/ 0 h 18288"/>
              <a:gd name="csX12" fmla="*/ 7818120 w 7818120"/>
              <a:gd name="csY12" fmla="*/ 0 h 18288"/>
              <a:gd name="csX13" fmla="*/ 7818120 w 7818120"/>
              <a:gd name="csY13" fmla="*/ 18288 h 18288"/>
              <a:gd name="csX14" fmla="*/ 7244791 w 7818120"/>
              <a:gd name="csY14" fmla="*/ 18288 h 18288"/>
              <a:gd name="csX15" fmla="*/ 6827825 w 7818120"/>
              <a:gd name="csY15" fmla="*/ 18288 h 18288"/>
              <a:gd name="csX16" fmla="*/ 6176315 w 7818120"/>
              <a:gd name="csY16" fmla="*/ 18288 h 18288"/>
              <a:gd name="csX17" fmla="*/ 5681167 w 7818120"/>
              <a:gd name="csY17" fmla="*/ 18288 h 18288"/>
              <a:gd name="csX18" fmla="*/ 5029657 w 7818120"/>
              <a:gd name="csY18" fmla="*/ 18288 h 18288"/>
              <a:gd name="csX19" fmla="*/ 4378147 w 7818120"/>
              <a:gd name="csY19" fmla="*/ 18288 h 18288"/>
              <a:gd name="csX20" fmla="*/ 3726637 w 7818120"/>
              <a:gd name="csY20" fmla="*/ 18288 h 18288"/>
              <a:gd name="csX21" fmla="*/ 3075127 w 7818120"/>
              <a:gd name="csY21" fmla="*/ 18288 h 18288"/>
              <a:gd name="csX22" fmla="*/ 2501798 w 7818120"/>
              <a:gd name="csY22" fmla="*/ 18288 h 18288"/>
              <a:gd name="csX23" fmla="*/ 1772107 w 7818120"/>
              <a:gd name="csY23" fmla="*/ 18288 h 18288"/>
              <a:gd name="csX24" fmla="*/ 1120597 w 7818120"/>
              <a:gd name="csY24" fmla="*/ 18288 h 18288"/>
              <a:gd name="csX25" fmla="*/ 0 w 7818120"/>
              <a:gd name="csY25" fmla="*/ 18288 h 18288"/>
              <a:gd name="csX26" fmla="*/ 0 w 7818120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7818120" h="18288" fill="none" extrusionOk="0">
                <a:moveTo>
                  <a:pt x="0" y="0"/>
                </a:moveTo>
                <a:cubicBezTo>
                  <a:pt x="121520" y="-12182"/>
                  <a:pt x="211324" y="18247"/>
                  <a:pt x="416966" y="0"/>
                </a:cubicBezTo>
                <a:cubicBezTo>
                  <a:pt x="622608" y="-18247"/>
                  <a:pt x="891241" y="-13744"/>
                  <a:pt x="1146658" y="0"/>
                </a:cubicBezTo>
                <a:cubicBezTo>
                  <a:pt x="1402075" y="13744"/>
                  <a:pt x="1378880" y="-8543"/>
                  <a:pt x="1563624" y="0"/>
                </a:cubicBezTo>
                <a:cubicBezTo>
                  <a:pt x="1748368" y="8543"/>
                  <a:pt x="1972300" y="7443"/>
                  <a:pt x="2136953" y="0"/>
                </a:cubicBezTo>
                <a:cubicBezTo>
                  <a:pt x="2301606" y="-7443"/>
                  <a:pt x="2679634" y="12382"/>
                  <a:pt x="2944825" y="0"/>
                </a:cubicBezTo>
                <a:cubicBezTo>
                  <a:pt x="3210016" y="-12382"/>
                  <a:pt x="3409232" y="17967"/>
                  <a:pt x="3596335" y="0"/>
                </a:cubicBezTo>
                <a:cubicBezTo>
                  <a:pt x="3783438" y="-17967"/>
                  <a:pt x="4002523" y="-28578"/>
                  <a:pt x="4326026" y="0"/>
                </a:cubicBezTo>
                <a:cubicBezTo>
                  <a:pt x="4649529" y="28578"/>
                  <a:pt x="4777384" y="-3624"/>
                  <a:pt x="4899355" y="0"/>
                </a:cubicBezTo>
                <a:cubicBezTo>
                  <a:pt x="5021326" y="3624"/>
                  <a:pt x="5317653" y="1281"/>
                  <a:pt x="5550865" y="0"/>
                </a:cubicBezTo>
                <a:cubicBezTo>
                  <a:pt x="5784077" y="-1281"/>
                  <a:pt x="6142956" y="-39637"/>
                  <a:pt x="6358738" y="0"/>
                </a:cubicBezTo>
                <a:cubicBezTo>
                  <a:pt x="6574520" y="39637"/>
                  <a:pt x="6724785" y="-4460"/>
                  <a:pt x="6853885" y="0"/>
                </a:cubicBezTo>
                <a:cubicBezTo>
                  <a:pt x="6982985" y="4460"/>
                  <a:pt x="7403044" y="-1955"/>
                  <a:pt x="7818120" y="0"/>
                </a:cubicBezTo>
                <a:cubicBezTo>
                  <a:pt x="7817988" y="7702"/>
                  <a:pt x="7817908" y="13511"/>
                  <a:pt x="7818120" y="18288"/>
                </a:cubicBezTo>
                <a:cubicBezTo>
                  <a:pt x="7698847" y="-3267"/>
                  <a:pt x="7390924" y="22979"/>
                  <a:pt x="7244791" y="18288"/>
                </a:cubicBezTo>
                <a:cubicBezTo>
                  <a:pt x="7098658" y="13597"/>
                  <a:pt x="6952735" y="29357"/>
                  <a:pt x="6827825" y="18288"/>
                </a:cubicBezTo>
                <a:cubicBezTo>
                  <a:pt x="6702915" y="7219"/>
                  <a:pt x="6338661" y="34530"/>
                  <a:pt x="6176315" y="18288"/>
                </a:cubicBezTo>
                <a:cubicBezTo>
                  <a:pt x="6013969" y="2047"/>
                  <a:pt x="5850602" y="6362"/>
                  <a:pt x="5681167" y="18288"/>
                </a:cubicBezTo>
                <a:cubicBezTo>
                  <a:pt x="5511732" y="30214"/>
                  <a:pt x="5312143" y="419"/>
                  <a:pt x="5029657" y="18288"/>
                </a:cubicBezTo>
                <a:cubicBezTo>
                  <a:pt x="4747171" y="36158"/>
                  <a:pt x="4655062" y="30740"/>
                  <a:pt x="4378147" y="18288"/>
                </a:cubicBezTo>
                <a:cubicBezTo>
                  <a:pt x="4101232" y="5837"/>
                  <a:pt x="4037646" y="44706"/>
                  <a:pt x="3726637" y="18288"/>
                </a:cubicBezTo>
                <a:cubicBezTo>
                  <a:pt x="3415628" y="-8130"/>
                  <a:pt x="3321756" y="45507"/>
                  <a:pt x="3075127" y="18288"/>
                </a:cubicBezTo>
                <a:cubicBezTo>
                  <a:pt x="2828498" y="-8931"/>
                  <a:pt x="2684733" y="14853"/>
                  <a:pt x="2501798" y="18288"/>
                </a:cubicBezTo>
                <a:cubicBezTo>
                  <a:pt x="2318863" y="21723"/>
                  <a:pt x="2121844" y="-13013"/>
                  <a:pt x="1772107" y="18288"/>
                </a:cubicBezTo>
                <a:cubicBezTo>
                  <a:pt x="1422370" y="49589"/>
                  <a:pt x="1431548" y="31666"/>
                  <a:pt x="1120597" y="18288"/>
                </a:cubicBezTo>
                <a:cubicBezTo>
                  <a:pt x="809646" y="4911"/>
                  <a:pt x="246393" y="5624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7818120" h="18288" stroke="0" extrusionOk="0">
                <a:moveTo>
                  <a:pt x="0" y="0"/>
                </a:moveTo>
                <a:cubicBezTo>
                  <a:pt x="177487" y="-4302"/>
                  <a:pt x="287499" y="4997"/>
                  <a:pt x="573329" y="0"/>
                </a:cubicBezTo>
                <a:cubicBezTo>
                  <a:pt x="859159" y="-4997"/>
                  <a:pt x="821965" y="-336"/>
                  <a:pt x="990295" y="0"/>
                </a:cubicBezTo>
                <a:cubicBezTo>
                  <a:pt x="1158625" y="336"/>
                  <a:pt x="1587918" y="-4681"/>
                  <a:pt x="1798168" y="0"/>
                </a:cubicBezTo>
                <a:cubicBezTo>
                  <a:pt x="2008418" y="4681"/>
                  <a:pt x="2088841" y="-2754"/>
                  <a:pt x="2371496" y="0"/>
                </a:cubicBezTo>
                <a:cubicBezTo>
                  <a:pt x="2654151" y="2754"/>
                  <a:pt x="2701462" y="-24976"/>
                  <a:pt x="2944825" y="0"/>
                </a:cubicBezTo>
                <a:cubicBezTo>
                  <a:pt x="3188188" y="24976"/>
                  <a:pt x="3511636" y="25407"/>
                  <a:pt x="3752698" y="0"/>
                </a:cubicBezTo>
                <a:cubicBezTo>
                  <a:pt x="3993760" y="-25407"/>
                  <a:pt x="4107153" y="6432"/>
                  <a:pt x="4247845" y="0"/>
                </a:cubicBezTo>
                <a:cubicBezTo>
                  <a:pt x="4388537" y="-6432"/>
                  <a:pt x="4835598" y="-5108"/>
                  <a:pt x="5055718" y="0"/>
                </a:cubicBezTo>
                <a:cubicBezTo>
                  <a:pt x="5275838" y="5108"/>
                  <a:pt x="5461006" y="-24536"/>
                  <a:pt x="5863590" y="0"/>
                </a:cubicBezTo>
                <a:cubicBezTo>
                  <a:pt x="6266174" y="24536"/>
                  <a:pt x="6355549" y="-19657"/>
                  <a:pt x="6515100" y="0"/>
                </a:cubicBezTo>
                <a:cubicBezTo>
                  <a:pt x="6674651" y="19657"/>
                  <a:pt x="7275423" y="-57462"/>
                  <a:pt x="7818120" y="0"/>
                </a:cubicBezTo>
                <a:cubicBezTo>
                  <a:pt x="7818132" y="8833"/>
                  <a:pt x="7818660" y="9830"/>
                  <a:pt x="7818120" y="18288"/>
                </a:cubicBezTo>
                <a:cubicBezTo>
                  <a:pt x="7610240" y="4606"/>
                  <a:pt x="7521789" y="7721"/>
                  <a:pt x="7401154" y="18288"/>
                </a:cubicBezTo>
                <a:cubicBezTo>
                  <a:pt x="7280519" y="28855"/>
                  <a:pt x="6930719" y="4225"/>
                  <a:pt x="6593281" y="18288"/>
                </a:cubicBezTo>
                <a:cubicBezTo>
                  <a:pt x="6255843" y="32351"/>
                  <a:pt x="6286682" y="1162"/>
                  <a:pt x="6098134" y="18288"/>
                </a:cubicBezTo>
                <a:cubicBezTo>
                  <a:pt x="5909586" y="35414"/>
                  <a:pt x="5602789" y="48596"/>
                  <a:pt x="5446624" y="18288"/>
                </a:cubicBezTo>
                <a:cubicBezTo>
                  <a:pt x="5290459" y="-12020"/>
                  <a:pt x="4917039" y="21960"/>
                  <a:pt x="4638751" y="18288"/>
                </a:cubicBezTo>
                <a:cubicBezTo>
                  <a:pt x="4360463" y="14616"/>
                  <a:pt x="4304690" y="5450"/>
                  <a:pt x="3987241" y="18288"/>
                </a:cubicBezTo>
                <a:cubicBezTo>
                  <a:pt x="3669792" y="31127"/>
                  <a:pt x="3758742" y="32551"/>
                  <a:pt x="3570275" y="18288"/>
                </a:cubicBezTo>
                <a:cubicBezTo>
                  <a:pt x="3381808" y="4025"/>
                  <a:pt x="3267153" y="36200"/>
                  <a:pt x="3075127" y="18288"/>
                </a:cubicBezTo>
                <a:cubicBezTo>
                  <a:pt x="2883101" y="376"/>
                  <a:pt x="2665825" y="10973"/>
                  <a:pt x="2267255" y="18288"/>
                </a:cubicBezTo>
                <a:cubicBezTo>
                  <a:pt x="1868685" y="25603"/>
                  <a:pt x="1884698" y="28410"/>
                  <a:pt x="1615745" y="18288"/>
                </a:cubicBezTo>
                <a:cubicBezTo>
                  <a:pt x="1346792" y="8167"/>
                  <a:pt x="1320952" y="10430"/>
                  <a:pt x="1120597" y="18288"/>
                </a:cubicBezTo>
                <a:cubicBezTo>
                  <a:pt x="920242" y="26146"/>
                  <a:pt x="556507" y="50790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DB24A1-DE99-521E-E2B6-E1DA1C8020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3137734"/>
              </p:ext>
            </p:extLst>
          </p:nvPr>
        </p:nvGraphicFramePr>
        <p:xfrm>
          <a:off x="628650" y="2228087"/>
          <a:ext cx="78867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98a79ca-5a9a-4791-a243-f06afd67464d}" enabled="0" method="" siteId="{c98a79ca-5a9a-4791-a243-f06afd67464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252</Words>
  <Application>Microsoft Office PowerPoint</Application>
  <PresentationFormat>On-screen Show (4:3)</PresentationFormat>
  <Paragraphs>51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How the Pricing Engine Works</vt:lpstr>
      <vt:lpstr>Booking Probability Model</vt:lpstr>
      <vt:lpstr>Price Optimization Function</vt:lpstr>
      <vt:lpstr>Revenue Prediction for New Listings</vt:lpstr>
      <vt:lpstr>Demo</vt:lpstr>
      <vt:lpstr>Off-peak Scenario: 2026-06-24</vt:lpstr>
      <vt:lpstr>Peak Season Scenario: 2026-12-24</vt:lpstr>
      <vt:lpstr>Listing 231402 Feature Analysis</vt:lpstr>
      <vt:lpstr>Static vs dynamic pricing outcome</vt:lpstr>
      <vt:lpstr>Business Implications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WU Jiayan</cp:lastModifiedBy>
  <cp:revision>5</cp:revision>
  <dcterms:created xsi:type="dcterms:W3CDTF">2013-01-27T09:14:16Z</dcterms:created>
  <dcterms:modified xsi:type="dcterms:W3CDTF">2026-04-02T13:57:23Z</dcterms:modified>
  <cp:category/>
</cp:coreProperties>
</file>